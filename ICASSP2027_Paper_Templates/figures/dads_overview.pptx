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50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diagram objects and text are editable. Comic Sans MS is used for lettering. Formula subscripts are editable text runs; curves and arrows are editable freeform shapes. Feature glyphs are schematic. Source: render_dads_overview.py and export_dads_overview_pptx.py.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itable diagram shape"/>
          <p:cNvSpPr/>
          <p:nvPr/>
        </p:nvSpPr>
        <p:spPr>
          <a:xfrm>
            <a:off x="71120" y="505029"/>
            <a:ext cx="3271520" cy="3995673"/>
          </a:xfrm>
          <a:custGeom>
            <a:avLst/>
            <a:gdLst/>
            <a:ahLst/>
            <a:cxnLst/>
            <a:rect l="0" t="0" r="r" b="b"/>
            <a:pathLst>
              <a:path w="3271520" h="3995673">
                <a:moveTo>
                  <a:pt x="391160" y="0"/>
                </a:moveTo>
                <a:lnTo>
                  <a:pt x="2880360" y="0"/>
                </a:lnTo>
                <a:quadBezTo>
                  <a:pt x="3271520" y="0"/>
                  <a:pt x="3271520" y="326784"/>
                </a:quadBezTo>
                <a:lnTo>
                  <a:pt x="3271520" y="3668889"/>
                </a:lnTo>
                <a:quadBezTo>
                  <a:pt x="3271520" y="3995673"/>
                  <a:pt x="2880360" y="3995673"/>
                </a:quadBezTo>
                <a:lnTo>
                  <a:pt x="391160" y="3995673"/>
                </a:lnTo>
                <a:quadBezTo>
                  <a:pt x="0" y="3995673"/>
                  <a:pt x="0" y="3668889"/>
                </a:quadBezTo>
                <a:lnTo>
                  <a:pt x="0" y="326784"/>
                </a:lnTo>
                <a:quadBezTo>
                  <a:pt x="0" y="0"/>
                  <a:pt x="391160" y="0"/>
                </a:quadBezTo>
                <a:close/>
              </a:path>
            </a:pathLst>
          </a:custGeom>
          <a:solidFill>
            <a:srgbClr val="F1F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Editable diagram shape"/>
          <p:cNvSpPr/>
          <p:nvPr/>
        </p:nvSpPr>
        <p:spPr>
          <a:xfrm>
            <a:off x="3556000" y="505029"/>
            <a:ext cx="4605020" cy="3995673"/>
          </a:xfrm>
          <a:custGeom>
            <a:avLst/>
            <a:gdLst/>
            <a:ahLst/>
            <a:cxnLst/>
            <a:rect l="0" t="0" r="r" b="b"/>
            <a:pathLst>
              <a:path w="4605020" h="3995673">
                <a:moveTo>
                  <a:pt x="480060" y="0"/>
                </a:moveTo>
                <a:lnTo>
                  <a:pt x="4124960" y="0"/>
                </a:lnTo>
                <a:quadBezTo>
                  <a:pt x="4605020" y="0"/>
                  <a:pt x="4605020" y="401053"/>
                </a:quadBezTo>
                <a:lnTo>
                  <a:pt x="4605020" y="3594620"/>
                </a:lnTo>
                <a:quadBezTo>
                  <a:pt x="4605020" y="3995673"/>
                  <a:pt x="4124960" y="3995673"/>
                </a:quadBezTo>
                <a:lnTo>
                  <a:pt x="480060" y="3995673"/>
                </a:lnTo>
                <a:quadBezTo>
                  <a:pt x="0" y="3995673"/>
                  <a:pt x="0" y="3594620"/>
                </a:quadBezTo>
                <a:lnTo>
                  <a:pt x="0" y="401053"/>
                </a:lnTo>
                <a:quadBezTo>
                  <a:pt x="0" y="0"/>
                  <a:pt x="480060" y="0"/>
                </a:quadBezTo>
                <a:close/>
              </a:path>
            </a:pathLst>
          </a:custGeom>
          <a:solidFill>
            <a:srgbClr val="FAF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Editable diagram shape"/>
          <p:cNvSpPr/>
          <p:nvPr/>
        </p:nvSpPr>
        <p:spPr>
          <a:xfrm>
            <a:off x="8392160" y="505029"/>
            <a:ext cx="4338320" cy="3995673"/>
          </a:xfrm>
          <a:custGeom>
            <a:avLst/>
            <a:gdLst/>
            <a:ahLst/>
            <a:cxnLst/>
            <a:rect l="0" t="0" r="r" b="b"/>
            <a:pathLst>
              <a:path w="4338320" h="3995673">
                <a:moveTo>
                  <a:pt x="533400" y="0"/>
                </a:moveTo>
                <a:lnTo>
                  <a:pt x="3804920" y="0"/>
                </a:lnTo>
                <a:quadBezTo>
                  <a:pt x="4338320" y="0"/>
                  <a:pt x="4338320" y="445614"/>
                </a:quadBezTo>
                <a:lnTo>
                  <a:pt x="4338320" y="3550059"/>
                </a:lnTo>
                <a:quadBezTo>
                  <a:pt x="4338320" y="3995673"/>
                  <a:pt x="3804920" y="3995673"/>
                </a:quadBezTo>
                <a:lnTo>
                  <a:pt x="533400" y="3995673"/>
                </a:lnTo>
                <a:quadBezTo>
                  <a:pt x="0" y="3995673"/>
                  <a:pt x="0" y="3550059"/>
                </a:quadBezTo>
                <a:lnTo>
                  <a:pt x="0" y="445614"/>
                </a:lnTo>
                <a:quadBezTo>
                  <a:pt x="0" y="0"/>
                  <a:pt x="533400" y="0"/>
                </a:quadBezTo>
                <a:close/>
              </a:path>
            </a:pathLst>
          </a:custGeom>
          <a:solidFill>
            <a:srgbClr val="F1F2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Editable diagram shape"/>
          <p:cNvSpPr/>
          <p:nvPr/>
        </p:nvSpPr>
        <p:spPr>
          <a:xfrm>
            <a:off x="462280" y="727836"/>
            <a:ext cx="1973580" cy="564445"/>
          </a:xfrm>
          <a:custGeom>
            <a:avLst/>
            <a:gdLst/>
            <a:ahLst/>
            <a:cxnLst/>
            <a:rect l="0" t="0" r="r" b="b"/>
            <a:pathLst>
              <a:path w="1973580" h="564445">
                <a:moveTo>
                  <a:pt x="160020" y="0"/>
                </a:moveTo>
                <a:lnTo>
                  <a:pt x="1813560" y="0"/>
                </a:lnTo>
                <a:quadBezTo>
                  <a:pt x="1973580" y="0"/>
                  <a:pt x="1973580" y="133684"/>
                </a:quadBezTo>
                <a:lnTo>
                  <a:pt x="1973580" y="430760"/>
                </a:lnTo>
                <a:quadBezTo>
                  <a:pt x="1973580" y="564445"/>
                  <a:pt x="1813560" y="564445"/>
                </a:quadBezTo>
                <a:lnTo>
                  <a:pt x="160020" y="564445"/>
                </a:lnTo>
                <a:quadBezTo>
                  <a:pt x="0" y="564445"/>
                  <a:pt x="0" y="430760"/>
                </a:quadBezTo>
                <a:lnTo>
                  <a:pt x="0" y="133684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rgbClr val="FFFFFF"/>
          </a:solidFill>
          <a:ln w="19646">
            <a:solidFill>
              <a:srgbClr val="BBC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ditable diagram shape"/>
          <p:cNvSpPr/>
          <p:nvPr/>
        </p:nvSpPr>
        <p:spPr>
          <a:xfrm>
            <a:off x="497840" y="3861988"/>
            <a:ext cx="1493520" cy="519883"/>
          </a:xfrm>
          <a:custGeom>
            <a:avLst/>
            <a:gdLst/>
            <a:ahLst/>
            <a:cxnLst/>
            <a:rect l="0" t="0" r="r" b="b"/>
            <a:pathLst>
              <a:path w="1493520" h="519883">
                <a:moveTo>
                  <a:pt x="53340" y="0"/>
                </a:moveTo>
                <a:lnTo>
                  <a:pt x="1440180" y="0"/>
                </a:lnTo>
                <a:quadBezTo>
                  <a:pt x="1493520" y="0"/>
                  <a:pt x="1493520" y="44562"/>
                </a:quadBezTo>
                <a:lnTo>
                  <a:pt x="1493520" y="475322"/>
                </a:lnTo>
                <a:quadBezTo>
                  <a:pt x="1493520" y="519883"/>
                  <a:pt x="1440180" y="519883"/>
                </a:quadBezTo>
                <a:lnTo>
                  <a:pt x="53340" y="519883"/>
                </a:lnTo>
                <a:quadBezTo>
                  <a:pt x="0" y="519883"/>
                  <a:pt x="0" y="475322"/>
                </a:quadBezTo>
                <a:lnTo>
                  <a:pt x="0" y="44562"/>
                </a:lnTo>
                <a:quadBezTo>
                  <a:pt x="0" y="0"/>
                  <a:pt x="53340" y="0"/>
                </a:quadBezTo>
                <a:close/>
              </a:path>
            </a:pathLst>
          </a:custGeom>
          <a:solidFill>
            <a:srgbClr val="ECEBED"/>
          </a:solidFill>
          <a:ln w="19646">
            <a:solidFill>
              <a:srgbClr val="2427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Editable diagram shape"/>
          <p:cNvSpPr/>
          <p:nvPr/>
        </p:nvSpPr>
        <p:spPr>
          <a:xfrm>
            <a:off x="2418080" y="3951111"/>
            <a:ext cx="782320" cy="430760"/>
          </a:xfrm>
          <a:custGeom>
            <a:avLst/>
            <a:gdLst/>
            <a:ahLst/>
            <a:cxnLst/>
            <a:rect l="0" t="0" r="r" b="b"/>
            <a:pathLst>
              <a:path w="782320" h="430760">
                <a:moveTo>
                  <a:pt x="35560" y="0"/>
                </a:moveTo>
                <a:lnTo>
                  <a:pt x="746760" y="0"/>
                </a:lnTo>
                <a:quadBezTo>
                  <a:pt x="782320" y="0"/>
                  <a:pt x="782320" y="29708"/>
                </a:quadBezTo>
                <a:lnTo>
                  <a:pt x="782320" y="401053"/>
                </a:lnTo>
                <a:quadBezTo>
                  <a:pt x="782320" y="430760"/>
                  <a:pt x="746760" y="430760"/>
                </a:quadBezTo>
                <a:lnTo>
                  <a:pt x="35560" y="430760"/>
                </a:lnTo>
                <a:quadBezTo>
                  <a:pt x="0" y="430760"/>
                  <a:pt x="0" y="401053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FFF1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Editable diagram shape"/>
          <p:cNvSpPr/>
          <p:nvPr/>
        </p:nvSpPr>
        <p:spPr>
          <a:xfrm>
            <a:off x="8978900" y="2346901"/>
            <a:ext cx="3360420" cy="683274"/>
          </a:xfrm>
          <a:custGeom>
            <a:avLst/>
            <a:gdLst/>
            <a:ahLst/>
            <a:cxnLst/>
            <a:rect l="0" t="0" r="r" b="b"/>
            <a:pathLst>
              <a:path w="3360420" h="683274">
                <a:moveTo>
                  <a:pt x="160020" y="0"/>
                </a:moveTo>
                <a:lnTo>
                  <a:pt x="3200400" y="0"/>
                </a:lnTo>
                <a:quadBezTo>
                  <a:pt x="3360420" y="0"/>
                  <a:pt x="3360420" y="133684"/>
                </a:quadBezTo>
                <a:lnTo>
                  <a:pt x="3360420" y="549590"/>
                </a:lnTo>
                <a:quadBezTo>
                  <a:pt x="3360420" y="683274"/>
                  <a:pt x="3200400" y="683274"/>
                </a:quadBezTo>
                <a:lnTo>
                  <a:pt x="160020" y="683274"/>
                </a:lnTo>
                <a:quadBezTo>
                  <a:pt x="0" y="683274"/>
                  <a:pt x="0" y="549590"/>
                </a:quadBezTo>
                <a:lnTo>
                  <a:pt x="0" y="133684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rgbClr val="FAFBF6"/>
          </a:solidFill>
          <a:ln w="19646">
            <a:solidFill>
              <a:srgbClr val="CCD2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Editable diagram shape"/>
          <p:cNvSpPr/>
          <p:nvPr/>
        </p:nvSpPr>
        <p:spPr>
          <a:xfrm>
            <a:off x="9014460" y="3936257"/>
            <a:ext cx="1884680" cy="460468"/>
          </a:xfrm>
          <a:custGeom>
            <a:avLst/>
            <a:gdLst/>
            <a:ahLst/>
            <a:cxnLst/>
            <a:rect l="0" t="0" r="r" b="b"/>
            <a:pathLst>
              <a:path w="1884680" h="460468">
                <a:moveTo>
                  <a:pt x="53340" y="0"/>
                </a:moveTo>
                <a:lnTo>
                  <a:pt x="1831340" y="0"/>
                </a:lnTo>
                <a:quadBezTo>
                  <a:pt x="1884680" y="0"/>
                  <a:pt x="1884680" y="44562"/>
                </a:quadBezTo>
                <a:lnTo>
                  <a:pt x="1884680" y="415907"/>
                </a:lnTo>
                <a:quadBezTo>
                  <a:pt x="1884680" y="460468"/>
                  <a:pt x="1831340" y="460468"/>
                </a:quadBezTo>
                <a:lnTo>
                  <a:pt x="53340" y="460468"/>
                </a:lnTo>
                <a:quadBezTo>
                  <a:pt x="0" y="460468"/>
                  <a:pt x="0" y="415907"/>
                </a:quadBezTo>
                <a:lnTo>
                  <a:pt x="0" y="44562"/>
                </a:lnTo>
                <a:quadBezTo>
                  <a:pt x="0" y="0"/>
                  <a:pt x="53340" y="0"/>
                </a:quadBezTo>
                <a:close/>
              </a:path>
            </a:pathLst>
          </a:custGeom>
          <a:solidFill>
            <a:srgbClr val="ECEBED"/>
          </a:solidFill>
          <a:ln w="19646">
            <a:solidFill>
              <a:srgbClr val="2427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Editable diagram shape"/>
          <p:cNvSpPr/>
          <p:nvPr/>
        </p:nvSpPr>
        <p:spPr>
          <a:xfrm>
            <a:off x="11503660" y="3921404"/>
            <a:ext cx="853440" cy="460467"/>
          </a:xfrm>
          <a:custGeom>
            <a:avLst/>
            <a:gdLst/>
            <a:ahLst/>
            <a:cxnLst/>
            <a:rect l="0" t="0" r="r" b="b"/>
            <a:pathLst>
              <a:path w="853440" h="460467">
                <a:moveTo>
                  <a:pt x="88900" y="0"/>
                </a:moveTo>
                <a:lnTo>
                  <a:pt x="764540" y="0"/>
                </a:lnTo>
                <a:quadBezTo>
                  <a:pt x="853440" y="0"/>
                  <a:pt x="853440" y="74269"/>
                </a:quadBezTo>
                <a:lnTo>
                  <a:pt x="853440" y="386198"/>
                </a:lnTo>
                <a:quadBezTo>
                  <a:pt x="853440" y="460467"/>
                  <a:pt x="764540" y="460467"/>
                </a:quadBezTo>
                <a:lnTo>
                  <a:pt x="88900" y="460467"/>
                </a:lnTo>
                <a:quadBezTo>
                  <a:pt x="0" y="460467"/>
                  <a:pt x="0" y="386198"/>
                </a:quadBezTo>
                <a:lnTo>
                  <a:pt x="0" y="74269"/>
                </a:lnTo>
                <a:quadBezTo>
                  <a:pt x="0" y="0"/>
                  <a:pt x="88900" y="0"/>
                </a:quadBezTo>
                <a:close/>
              </a:path>
            </a:pathLst>
          </a:custGeom>
          <a:solidFill>
            <a:srgbClr val="FFFFFF"/>
          </a:solidFill>
          <a:ln w="19646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Editable diagram shape"/>
          <p:cNvSpPr/>
          <p:nvPr/>
        </p:nvSpPr>
        <p:spPr>
          <a:xfrm>
            <a:off x="88900" y="4664094"/>
            <a:ext cx="12623800" cy="371345"/>
          </a:xfrm>
          <a:custGeom>
            <a:avLst/>
            <a:gdLst/>
            <a:ahLst/>
            <a:cxnLst/>
            <a:rect l="0" t="0" r="r" b="b"/>
            <a:pathLst>
              <a:path w="12623800" h="371345">
                <a:moveTo>
                  <a:pt x="160020" y="0"/>
                </a:moveTo>
                <a:lnTo>
                  <a:pt x="12463780" y="0"/>
                </a:lnTo>
                <a:quadBezTo>
                  <a:pt x="12623800" y="0"/>
                  <a:pt x="12623800" y="133684"/>
                </a:quadBezTo>
                <a:lnTo>
                  <a:pt x="12623800" y="237660"/>
                </a:lnTo>
                <a:quadBezTo>
                  <a:pt x="12623800" y="371345"/>
                  <a:pt x="12463780" y="371345"/>
                </a:quadBezTo>
                <a:lnTo>
                  <a:pt x="160020" y="371345"/>
                </a:lnTo>
                <a:quadBezTo>
                  <a:pt x="0" y="371345"/>
                  <a:pt x="0" y="237660"/>
                </a:quadBezTo>
                <a:lnTo>
                  <a:pt x="0" y="133684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rgbClr val="FFFFFF"/>
          </a:solidFill>
          <a:ln w="19646">
            <a:solidFill>
              <a:srgbClr val="BBC0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Editable diagram shape"/>
          <p:cNvSpPr/>
          <p:nvPr/>
        </p:nvSpPr>
        <p:spPr>
          <a:xfrm>
            <a:off x="2738120" y="4782924"/>
            <a:ext cx="160020" cy="133684"/>
          </a:xfrm>
          <a:custGeom>
            <a:avLst/>
            <a:gdLst/>
            <a:ahLst/>
            <a:cxnLst/>
            <a:rect l="0" t="0" r="r" b="b"/>
            <a:pathLst>
              <a:path w="160020" h="133684">
                <a:moveTo>
                  <a:pt x="0" y="0"/>
                </a:moveTo>
                <a:lnTo>
                  <a:pt x="160020" y="0"/>
                </a:lnTo>
                <a:lnTo>
                  <a:pt x="160020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4B928A"/>
          </a:solidFill>
          <a:ln w="13868">
            <a:solidFill>
              <a:srgbClr val="4B92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Editable diagram shape"/>
          <p:cNvSpPr/>
          <p:nvPr/>
        </p:nvSpPr>
        <p:spPr>
          <a:xfrm>
            <a:off x="4960620" y="4782924"/>
            <a:ext cx="160020" cy="133684"/>
          </a:xfrm>
          <a:custGeom>
            <a:avLst/>
            <a:gdLst/>
            <a:ahLst/>
            <a:cxnLst/>
            <a:rect l="0" t="0" r="r" b="b"/>
            <a:pathLst>
              <a:path w="160020" h="133684">
                <a:moveTo>
                  <a:pt x="0" y="0"/>
                </a:moveTo>
                <a:lnTo>
                  <a:pt x="160020" y="0"/>
                </a:lnTo>
                <a:lnTo>
                  <a:pt x="160020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E1E3E3"/>
          </a:solidFill>
          <a:ln w="1386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Editable reference hatching"/>
          <p:cNvSpPr/>
          <p:nvPr/>
        </p:nvSpPr>
        <p:spPr>
          <a:xfrm>
            <a:off x="5046392" y="4842360"/>
            <a:ext cx="74248" cy="74248"/>
          </a:xfrm>
          <a:custGeom>
            <a:avLst/>
            <a:gdLst/>
            <a:ahLst/>
            <a:cxnLst/>
            <a:rect l="0" t="0" r="r" b="b"/>
            <a:pathLst>
              <a:path w="74248" h="74248" fill="none">
                <a:moveTo>
                  <a:pt x="0" y="74248"/>
                </a:moveTo>
                <a:lnTo>
                  <a:pt x="74248" y="0"/>
                </a:lnTo>
              </a:path>
            </a:pathLst>
          </a:custGeom>
          <a:noFill/>
          <a:ln w="11430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Editable line"/>
          <p:cNvSpPr/>
          <p:nvPr/>
        </p:nvSpPr>
        <p:spPr>
          <a:xfrm>
            <a:off x="906780" y="1091754"/>
            <a:ext cx="1" cy="44562"/>
          </a:xfrm>
          <a:custGeom>
            <a:avLst/>
            <a:gdLst/>
            <a:ahLst/>
            <a:cxnLst/>
            <a:rect l="0" t="0" r="r" b="b"/>
            <a:pathLst>
              <a:path w="1" h="44562" fill="none">
                <a:moveTo>
                  <a:pt x="0" y="0"/>
                </a:moveTo>
                <a:lnTo>
                  <a:pt x="0" y="44562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ditable line"/>
          <p:cNvSpPr/>
          <p:nvPr/>
        </p:nvSpPr>
        <p:spPr>
          <a:xfrm>
            <a:off x="995680" y="1076901"/>
            <a:ext cx="1" cy="74269"/>
          </a:xfrm>
          <a:custGeom>
            <a:avLst/>
            <a:gdLst/>
            <a:ahLst/>
            <a:cxnLst/>
            <a:rect l="0" t="0" r="r" b="b"/>
            <a:pathLst>
              <a:path w="1" h="74269" fill="none">
                <a:moveTo>
                  <a:pt x="0" y="0"/>
                </a:moveTo>
                <a:lnTo>
                  <a:pt x="0" y="74269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Editable line"/>
          <p:cNvSpPr/>
          <p:nvPr/>
        </p:nvSpPr>
        <p:spPr>
          <a:xfrm>
            <a:off x="1084580" y="1039766"/>
            <a:ext cx="1" cy="148538"/>
          </a:xfrm>
          <a:custGeom>
            <a:avLst/>
            <a:gdLst/>
            <a:ahLst/>
            <a:cxnLst/>
            <a:rect l="0" t="0" r="r" b="b"/>
            <a:pathLst>
              <a:path w="1" h="148538" fill="none">
                <a:moveTo>
                  <a:pt x="0" y="0"/>
                </a:moveTo>
                <a:lnTo>
                  <a:pt x="0" y="148538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Editable line"/>
          <p:cNvSpPr/>
          <p:nvPr/>
        </p:nvSpPr>
        <p:spPr>
          <a:xfrm>
            <a:off x="1173480" y="987778"/>
            <a:ext cx="1" cy="252514"/>
          </a:xfrm>
          <a:custGeom>
            <a:avLst/>
            <a:gdLst/>
            <a:ahLst/>
            <a:cxnLst/>
            <a:rect l="0" t="0" r="r" b="b"/>
            <a:pathLst>
              <a:path w="1" h="252514" fill="none">
                <a:moveTo>
                  <a:pt x="0" y="0"/>
                </a:moveTo>
                <a:lnTo>
                  <a:pt x="0" y="252514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Editable line"/>
          <p:cNvSpPr/>
          <p:nvPr/>
        </p:nvSpPr>
        <p:spPr>
          <a:xfrm>
            <a:off x="1262380" y="1047193"/>
            <a:ext cx="1" cy="133684"/>
          </a:xfrm>
          <a:custGeom>
            <a:avLst/>
            <a:gdLst/>
            <a:ahLst/>
            <a:cxnLst/>
            <a:rect l="0" t="0" r="r" b="b"/>
            <a:pathLst>
              <a:path w="1" h="133684" fill="none">
                <a:moveTo>
                  <a:pt x="0" y="0"/>
                </a:moveTo>
                <a:lnTo>
                  <a:pt x="0" y="133684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Editable line"/>
          <p:cNvSpPr/>
          <p:nvPr/>
        </p:nvSpPr>
        <p:spPr>
          <a:xfrm>
            <a:off x="1351280" y="1084327"/>
            <a:ext cx="1" cy="59416"/>
          </a:xfrm>
          <a:custGeom>
            <a:avLst/>
            <a:gdLst/>
            <a:ahLst/>
            <a:cxnLst/>
            <a:rect l="0" t="0" r="r" b="b"/>
            <a:pathLst>
              <a:path w="1" h="59416" fill="none">
                <a:moveTo>
                  <a:pt x="0" y="0"/>
                </a:moveTo>
                <a:lnTo>
                  <a:pt x="0" y="59416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Editable line"/>
          <p:cNvSpPr/>
          <p:nvPr/>
        </p:nvSpPr>
        <p:spPr>
          <a:xfrm>
            <a:off x="1440180" y="1054620"/>
            <a:ext cx="1" cy="118830"/>
          </a:xfrm>
          <a:custGeom>
            <a:avLst/>
            <a:gdLst/>
            <a:ahLst/>
            <a:cxnLst/>
            <a:rect l="0" t="0" r="r" b="b"/>
            <a:pathLst>
              <a:path w="1" h="118830" fill="none">
                <a:moveTo>
                  <a:pt x="0" y="0"/>
                </a:moveTo>
                <a:lnTo>
                  <a:pt x="0" y="118830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Editable line"/>
          <p:cNvSpPr/>
          <p:nvPr/>
        </p:nvSpPr>
        <p:spPr>
          <a:xfrm>
            <a:off x="1529080" y="1002632"/>
            <a:ext cx="1" cy="222807"/>
          </a:xfrm>
          <a:custGeom>
            <a:avLst/>
            <a:gdLst/>
            <a:ahLst/>
            <a:cxnLst/>
            <a:rect l="0" t="0" r="r" b="b"/>
            <a:pathLst>
              <a:path w="1" h="222807" fill="none">
                <a:moveTo>
                  <a:pt x="0" y="0"/>
                </a:moveTo>
                <a:lnTo>
                  <a:pt x="0" y="222807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ditable line"/>
          <p:cNvSpPr/>
          <p:nvPr/>
        </p:nvSpPr>
        <p:spPr>
          <a:xfrm>
            <a:off x="1617980" y="1062047"/>
            <a:ext cx="1" cy="103976"/>
          </a:xfrm>
          <a:custGeom>
            <a:avLst/>
            <a:gdLst/>
            <a:ahLst/>
            <a:cxnLst/>
            <a:rect l="0" t="0" r="r" b="b"/>
            <a:pathLst>
              <a:path w="1" h="103976" fill="none">
                <a:moveTo>
                  <a:pt x="0" y="0"/>
                </a:moveTo>
                <a:lnTo>
                  <a:pt x="0" y="103976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ditable line"/>
          <p:cNvSpPr/>
          <p:nvPr/>
        </p:nvSpPr>
        <p:spPr>
          <a:xfrm>
            <a:off x="1706880" y="1024912"/>
            <a:ext cx="1" cy="178246"/>
          </a:xfrm>
          <a:custGeom>
            <a:avLst/>
            <a:gdLst/>
            <a:ahLst/>
            <a:cxnLst/>
            <a:rect l="0" t="0" r="r" b="b"/>
            <a:pathLst>
              <a:path w="1" h="178246" fill="none">
                <a:moveTo>
                  <a:pt x="0" y="0"/>
                </a:moveTo>
                <a:lnTo>
                  <a:pt x="0" y="178246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Editable line"/>
          <p:cNvSpPr/>
          <p:nvPr/>
        </p:nvSpPr>
        <p:spPr>
          <a:xfrm>
            <a:off x="1795780" y="1076901"/>
            <a:ext cx="1" cy="74269"/>
          </a:xfrm>
          <a:custGeom>
            <a:avLst/>
            <a:gdLst/>
            <a:ahLst/>
            <a:cxnLst/>
            <a:rect l="0" t="0" r="r" b="b"/>
            <a:pathLst>
              <a:path w="1" h="74269" fill="none">
                <a:moveTo>
                  <a:pt x="0" y="0"/>
                </a:moveTo>
                <a:lnTo>
                  <a:pt x="0" y="74269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Editable line"/>
          <p:cNvSpPr/>
          <p:nvPr/>
        </p:nvSpPr>
        <p:spPr>
          <a:xfrm>
            <a:off x="1884680" y="1091754"/>
            <a:ext cx="1" cy="44562"/>
          </a:xfrm>
          <a:custGeom>
            <a:avLst/>
            <a:gdLst/>
            <a:ahLst/>
            <a:cxnLst/>
            <a:rect l="0" t="0" r="r" b="b"/>
            <a:pathLst>
              <a:path w="1" h="44562" fill="none">
                <a:moveTo>
                  <a:pt x="0" y="0"/>
                </a:moveTo>
                <a:lnTo>
                  <a:pt x="0" y="44562"/>
                </a:lnTo>
              </a:path>
            </a:pathLst>
          </a:custGeom>
          <a:noFill/>
          <a:ln w="27736">
            <a:solidFill>
              <a:srgbClr val="5E91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Editable line"/>
          <p:cNvSpPr/>
          <p:nvPr/>
        </p:nvSpPr>
        <p:spPr>
          <a:xfrm>
            <a:off x="11628120" y="4040234"/>
            <a:ext cx="586740" cy="1"/>
          </a:xfrm>
          <a:custGeom>
            <a:avLst/>
            <a:gdLst/>
            <a:ahLst/>
            <a:cxnLst/>
            <a:rect l="0" t="0" r="r" b="b"/>
            <a:pathLst>
              <a:path w="586740" h="1" fill="none">
                <a:moveTo>
                  <a:pt x="0" y="0"/>
                </a:moveTo>
                <a:lnTo>
                  <a:pt x="586740" y="0"/>
                </a:lnTo>
              </a:path>
            </a:pathLst>
          </a:custGeom>
          <a:noFill/>
          <a:ln w="23114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Editable line"/>
          <p:cNvSpPr/>
          <p:nvPr/>
        </p:nvSpPr>
        <p:spPr>
          <a:xfrm>
            <a:off x="11628120" y="4159064"/>
            <a:ext cx="568960" cy="1"/>
          </a:xfrm>
          <a:custGeom>
            <a:avLst/>
            <a:gdLst/>
            <a:ahLst/>
            <a:cxnLst/>
            <a:rect l="0" t="0" r="r" b="b"/>
            <a:pathLst>
              <a:path w="568960" h="1" fill="none">
                <a:moveTo>
                  <a:pt x="0" y="0"/>
                </a:moveTo>
                <a:lnTo>
                  <a:pt x="568960" y="0"/>
                </a:lnTo>
              </a:path>
            </a:pathLst>
          </a:custGeom>
          <a:noFill/>
          <a:ln w="23114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Editable line"/>
          <p:cNvSpPr/>
          <p:nvPr/>
        </p:nvSpPr>
        <p:spPr>
          <a:xfrm>
            <a:off x="11628120" y="4277895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 fill="none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3114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ray arrow"/>
          <p:cNvSpPr/>
          <p:nvPr/>
        </p:nvSpPr>
        <p:spPr>
          <a:xfrm>
            <a:off x="302260" y="1024912"/>
            <a:ext cx="215325" cy="1023653"/>
          </a:xfrm>
          <a:custGeom>
            <a:avLst/>
            <a:gdLst/>
            <a:ahLst/>
            <a:cxnLst/>
            <a:rect l="0" t="0" r="r" b="b"/>
            <a:pathLst>
              <a:path w="215325" h="1023653" fill="none">
                <a:moveTo>
                  <a:pt x="160020" y="0"/>
                </a:moveTo>
                <a:lnTo>
                  <a:pt x="0" y="0"/>
                </a:lnTo>
                <a:lnTo>
                  <a:pt x="0" y="995205"/>
                </a:lnTo>
                <a:lnTo>
                  <a:pt x="215325" y="995205"/>
                </a:lnTo>
              </a:path>
              <a:path w="215325" h="1023653">
                <a:moveTo>
                  <a:pt x="158429" y="966757"/>
                </a:moveTo>
                <a:lnTo>
                  <a:pt x="215325" y="995205"/>
                </a:lnTo>
                <a:lnTo>
                  <a:pt x="158429" y="1023653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ray arrow"/>
          <p:cNvSpPr/>
          <p:nvPr/>
        </p:nvSpPr>
        <p:spPr>
          <a:xfrm>
            <a:off x="302260" y="2020117"/>
            <a:ext cx="215325" cy="1216752"/>
          </a:xfrm>
          <a:custGeom>
            <a:avLst/>
            <a:gdLst/>
            <a:ahLst/>
            <a:cxnLst/>
            <a:rect l="0" t="0" r="r" b="b"/>
            <a:pathLst>
              <a:path w="215325" h="1216752" fill="none">
                <a:moveTo>
                  <a:pt x="0" y="0"/>
                </a:moveTo>
                <a:lnTo>
                  <a:pt x="0" y="1188304"/>
                </a:lnTo>
                <a:lnTo>
                  <a:pt x="215325" y="1188304"/>
                </a:lnTo>
              </a:path>
              <a:path w="215325" h="1216752">
                <a:moveTo>
                  <a:pt x="158429" y="1159856"/>
                </a:moveTo>
                <a:lnTo>
                  <a:pt x="215325" y="1188304"/>
                </a:lnTo>
                <a:lnTo>
                  <a:pt x="158429" y="1216752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ray arrow"/>
          <p:cNvSpPr/>
          <p:nvPr/>
        </p:nvSpPr>
        <p:spPr>
          <a:xfrm>
            <a:off x="1955800" y="1991669"/>
            <a:ext cx="482025" cy="56896"/>
          </a:xfrm>
          <a:custGeom>
            <a:avLst/>
            <a:gdLst/>
            <a:ahLst/>
            <a:cxnLst/>
            <a:rect l="0" t="0" r="r" b="b"/>
            <a:pathLst>
              <a:path w="482025" h="56896" fill="none">
                <a:moveTo>
                  <a:pt x="0" y="28448"/>
                </a:moveTo>
                <a:lnTo>
                  <a:pt x="482025" y="28448"/>
                </a:lnTo>
              </a:path>
              <a:path w="482025" h="56896">
                <a:moveTo>
                  <a:pt x="425129" y="0"/>
                </a:moveTo>
                <a:lnTo>
                  <a:pt x="482025" y="28448"/>
                </a:lnTo>
                <a:lnTo>
                  <a:pt x="425129" y="56896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ray arrow"/>
          <p:cNvSpPr/>
          <p:nvPr/>
        </p:nvSpPr>
        <p:spPr>
          <a:xfrm>
            <a:off x="1955800" y="3179973"/>
            <a:ext cx="482025" cy="56896"/>
          </a:xfrm>
          <a:custGeom>
            <a:avLst/>
            <a:gdLst/>
            <a:ahLst/>
            <a:cxnLst/>
            <a:rect l="0" t="0" r="r" b="b"/>
            <a:pathLst>
              <a:path w="482025" h="56896" fill="none">
                <a:moveTo>
                  <a:pt x="0" y="28448"/>
                </a:moveTo>
                <a:lnTo>
                  <a:pt x="482025" y="28448"/>
                </a:lnTo>
              </a:path>
              <a:path w="482025" h="56896">
                <a:moveTo>
                  <a:pt x="425129" y="0"/>
                </a:moveTo>
                <a:lnTo>
                  <a:pt x="482025" y="28448"/>
                </a:lnTo>
                <a:lnTo>
                  <a:pt x="425129" y="56896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ray arrow"/>
          <p:cNvSpPr/>
          <p:nvPr/>
        </p:nvSpPr>
        <p:spPr>
          <a:xfrm>
            <a:off x="3040380" y="1293540"/>
            <a:ext cx="926525" cy="726577"/>
          </a:xfrm>
          <a:custGeom>
            <a:avLst/>
            <a:gdLst/>
            <a:ahLst/>
            <a:cxnLst/>
            <a:rect l="0" t="0" r="r" b="b"/>
            <a:pathLst>
              <a:path w="926525" h="726577" fill="none">
                <a:moveTo>
                  <a:pt x="0" y="726577"/>
                </a:moveTo>
                <a:lnTo>
                  <a:pt x="355600" y="726577"/>
                </a:lnTo>
                <a:lnTo>
                  <a:pt x="355600" y="28448"/>
                </a:lnTo>
                <a:lnTo>
                  <a:pt x="926525" y="28448"/>
                </a:lnTo>
              </a:path>
              <a:path w="926525" h="726577">
                <a:moveTo>
                  <a:pt x="869629" y="0"/>
                </a:moveTo>
                <a:lnTo>
                  <a:pt x="926525" y="28448"/>
                </a:lnTo>
                <a:lnTo>
                  <a:pt x="869629" y="56896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ray arrow"/>
          <p:cNvSpPr/>
          <p:nvPr/>
        </p:nvSpPr>
        <p:spPr>
          <a:xfrm>
            <a:off x="3040380" y="1501494"/>
            <a:ext cx="926525" cy="1706927"/>
          </a:xfrm>
          <a:custGeom>
            <a:avLst/>
            <a:gdLst/>
            <a:ahLst/>
            <a:cxnLst/>
            <a:rect l="0" t="0" r="r" b="b"/>
            <a:pathLst>
              <a:path w="926525" h="1706927" fill="none">
                <a:moveTo>
                  <a:pt x="0" y="1706927"/>
                </a:moveTo>
                <a:lnTo>
                  <a:pt x="426720" y="1706927"/>
                </a:lnTo>
                <a:lnTo>
                  <a:pt x="426720" y="28448"/>
                </a:lnTo>
                <a:lnTo>
                  <a:pt x="926525" y="28448"/>
                </a:lnTo>
              </a:path>
              <a:path w="926525" h="1706927">
                <a:moveTo>
                  <a:pt x="869629" y="0"/>
                </a:moveTo>
                <a:lnTo>
                  <a:pt x="926525" y="28448"/>
                </a:lnTo>
                <a:lnTo>
                  <a:pt x="869629" y="56896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ray arrow"/>
          <p:cNvSpPr/>
          <p:nvPr/>
        </p:nvSpPr>
        <p:spPr>
          <a:xfrm>
            <a:off x="1216152" y="3297544"/>
            <a:ext cx="2019808" cy="515996"/>
          </a:xfrm>
          <a:custGeom>
            <a:avLst/>
            <a:gdLst/>
            <a:ahLst/>
            <a:cxnLst/>
            <a:rect l="0" t="0" r="r" b="b"/>
            <a:pathLst>
              <a:path w="2019808" h="515996" fill="none">
                <a:moveTo>
                  <a:pt x="1824228" y="0"/>
                </a:moveTo>
                <a:lnTo>
                  <a:pt x="2019808" y="0"/>
                </a:lnTo>
                <a:lnTo>
                  <a:pt x="2019808" y="401052"/>
                </a:lnTo>
                <a:lnTo>
                  <a:pt x="28448" y="401052"/>
                </a:lnTo>
                <a:lnTo>
                  <a:pt x="28448" y="515996"/>
                </a:lnTo>
              </a:path>
              <a:path w="2019808" h="515996">
                <a:moveTo>
                  <a:pt x="56896" y="459100"/>
                </a:moveTo>
                <a:lnTo>
                  <a:pt x="28448" y="515996"/>
                </a:lnTo>
                <a:lnTo>
                  <a:pt x="0" y="459100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ray arrow"/>
          <p:cNvSpPr/>
          <p:nvPr/>
        </p:nvSpPr>
        <p:spPr>
          <a:xfrm>
            <a:off x="1991360" y="4130616"/>
            <a:ext cx="375345" cy="56896"/>
          </a:xfrm>
          <a:custGeom>
            <a:avLst/>
            <a:gdLst/>
            <a:ahLst/>
            <a:cxnLst/>
            <a:rect l="0" t="0" r="r" b="b"/>
            <a:pathLst>
              <a:path w="375345" h="56896" fill="none">
                <a:moveTo>
                  <a:pt x="0" y="28448"/>
                </a:moveTo>
                <a:lnTo>
                  <a:pt x="375345" y="28448"/>
                </a:lnTo>
              </a:path>
              <a:path w="375345" h="56896">
                <a:moveTo>
                  <a:pt x="318449" y="0"/>
                </a:moveTo>
                <a:lnTo>
                  <a:pt x="375345" y="28448"/>
                </a:lnTo>
                <a:lnTo>
                  <a:pt x="318449" y="56896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ray arrow"/>
          <p:cNvSpPr/>
          <p:nvPr/>
        </p:nvSpPr>
        <p:spPr>
          <a:xfrm>
            <a:off x="2745232" y="3787719"/>
            <a:ext cx="56896" cy="114943"/>
          </a:xfrm>
          <a:custGeom>
            <a:avLst/>
            <a:gdLst/>
            <a:ahLst/>
            <a:cxnLst/>
            <a:rect l="0" t="0" r="r" b="b"/>
            <a:pathLst>
              <a:path w="56896" h="114943" fill="none">
                <a:moveTo>
                  <a:pt x="28448" y="0"/>
                </a:moveTo>
                <a:lnTo>
                  <a:pt x="28448" y="114943"/>
                </a:lnTo>
              </a:path>
              <a:path w="56896" h="114943">
                <a:moveTo>
                  <a:pt x="56896" y="58047"/>
                </a:moveTo>
                <a:lnTo>
                  <a:pt x="28448" y="114943"/>
                </a:lnTo>
                <a:lnTo>
                  <a:pt x="0" y="58047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ray arrow"/>
          <p:cNvSpPr/>
          <p:nvPr/>
        </p:nvSpPr>
        <p:spPr>
          <a:xfrm>
            <a:off x="3218180" y="1667513"/>
            <a:ext cx="4800600" cy="2788627"/>
          </a:xfrm>
          <a:custGeom>
            <a:avLst/>
            <a:gdLst/>
            <a:ahLst/>
            <a:cxnLst/>
            <a:rect l="0" t="0" r="r" b="b"/>
            <a:pathLst>
              <a:path w="4800600" h="2788627" fill="none">
                <a:moveTo>
                  <a:pt x="0" y="2506405"/>
                </a:moveTo>
                <a:lnTo>
                  <a:pt x="320040" y="2506405"/>
                </a:lnTo>
                <a:lnTo>
                  <a:pt x="320040" y="2788627"/>
                </a:lnTo>
                <a:lnTo>
                  <a:pt x="4800600" y="2788627"/>
                </a:lnTo>
                <a:lnTo>
                  <a:pt x="4800600" y="85236"/>
                </a:lnTo>
                <a:lnTo>
                  <a:pt x="3804920" y="85236"/>
                </a:lnTo>
                <a:lnTo>
                  <a:pt x="3804920" y="0"/>
                </a:lnTo>
              </a:path>
              <a:path w="4800600" h="2788627">
                <a:moveTo>
                  <a:pt x="3776472" y="56896"/>
                </a:moveTo>
                <a:lnTo>
                  <a:pt x="3804920" y="0"/>
                </a:lnTo>
                <a:lnTo>
                  <a:pt x="3833368" y="56896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ray arrow"/>
          <p:cNvSpPr/>
          <p:nvPr/>
        </p:nvSpPr>
        <p:spPr>
          <a:xfrm>
            <a:off x="4711700" y="1633918"/>
            <a:ext cx="910300" cy="504953"/>
          </a:xfrm>
          <a:custGeom>
            <a:avLst/>
            <a:gdLst/>
            <a:ahLst/>
            <a:cxnLst/>
            <a:rect l="0" t="0" r="r" b="b"/>
            <a:pathLst>
              <a:path w="910300" h="504953" fill="none">
                <a:moveTo>
                  <a:pt x="0" y="0"/>
                </a:moveTo>
                <a:lnTo>
                  <a:pt x="0" y="207953"/>
                </a:lnTo>
                <a:lnTo>
                  <a:pt x="910300" y="494929"/>
                </a:lnTo>
              </a:path>
              <a:path w="910300" h="504953">
                <a:moveTo>
                  <a:pt x="864590" y="450690"/>
                </a:moveTo>
                <a:lnTo>
                  <a:pt x="910300" y="494929"/>
                </a:lnTo>
                <a:lnTo>
                  <a:pt x="847483" y="504953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ray arrow"/>
          <p:cNvSpPr/>
          <p:nvPr/>
        </p:nvSpPr>
        <p:spPr>
          <a:xfrm>
            <a:off x="6112800" y="1633918"/>
            <a:ext cx="910300" cy="504953"/>
          </a:xfrm>
          <a:custGeom>
            <a:avLst/>
            <a:gdLst/>
            <a:ahLst/>
            <a:cxnLst/>
            <a:rect l="0" t="0" r="r" b="b"/>
            <a:pathLst>
              <a:path w="910300" h="504953" fill="none">
                <a:moveTo>
                  <a:pt x="910300" y="0"/>
                </a:moveTo>
                <a:lnTo>
                  <a:pt x="910300" y="207953"/>
                </a:lnTo>
                <a:lnTo>
                  <a:pt x="0" y="494929"/>
                </a:lnTo>
              </a:path>
              <a:path w="910300" h="504953">
                <a:moveTo>
                  <a:pt x="62817" y="504953"/>
                </a:moveTo>
                <a:lnTo>
                  <a:pt x="0" y="494929"/>
                </a:lnTo>
                <a:lnTo>
                  <a:pt x="45710" y="450690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ray arrow"/>
          <p:cNvSpPr/>
          <p:nvPr/>
        </p:nvSpPr>
        <p:spPr>
          <a:xfrm>
            <a:off x="5838952" y="3550058"/>
            <a:ext cx="56896" cy="129797"/>
          </a:xfrm>
          <a:custGeom>
            <a:avLst/>
            <a:gdLst/>
            <a:ahLst/>
            <a:cxnLst/>
            <a:rect l="0" t="0" r="r" b="b"/>
            <a:pathLst>
              <a:path w="56896" h="129797" fill="none">
                <a:moveTo>
                  <a:pt x="28448" y="0"/>
                </a:moveTo>
                <a:lnTo>
                  <a:pt x="28448" y="129797"/>
                </a:lnTo>
              </a:path>
              <a:path w="56896" h="129797">
                <a:moveTo>
                  <a:pt x="56896" y="72901"/>
                </a:moveTo>
                <a:lnTo>
                  <a:pt x="28448" y="129797"/>
                </a:lnTo>
                <a:lnTo>
                  <a:pt x="0" y="72901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ray arrow"/>
          <p:cNvSpPr/>
          <p:nvPr/>
        </p:nvSpPr>
        <p:spPr>
          <a:xfrm>
            <a:off x="9485630" y="1633918"/>
            <a:ext cx="365113" cy="757544"/>
          </a:xfrm>
          <a:custGeom>
            <a:avLst/>
            <a:gdLst/>
            <a:ahLst/>
            <a:cxnLst/>
            <a:rect l="0" t="0" r="r" b="b"/>
            <a:pathLst>
              <a:path w="365113" h="757544">
                <a:moveTo>
                  <a:pt x="53340" y="0"/>
                </a:moveTo>
                <a:quadBezTo>
                  <a:pt x="53340" y="285460"/>
                  <a:pt x="321892" y="656771"/>
                </a:quadBezTo>
                <a:lnTo>
                  <a:pt x="365113" y="625512"/>
                </a:lnTo>
                <a:quadBezTo>
                  <a:pt x="362162" y="689722"/>
                  <a:pt x="364490" y="757544"/>
                </a:quadBezTo>
                <a:quadBezTo>
                  <a:pt x="299230" y="739182"/>
                  <a:pt x="235451" y="719290"/>
                </a:quadBezTo>
                <a:lnTo>
                  <a:pt x="278672" y="688031"/>
                </a:lnTo>
                <a:quadBezTo>
                  <a:pt x="0" y="302727"/>
                  <a:pt x="0" y="0"/>
                </a:quadBezTo>
                <a:lnTo>
                  <a:pt x="53340" y="0"/>
                </a:lnTo>
                <a:close/>
              </a:path>
            </a:pathLst>
          </a:custGeom>
          <a:solidFill>
            <a:srgbClr val="FFFFFF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ray arrow"/>
          <p:cNvSpPr/>
          <p:nvPr/>
        </p:nvSpPr>
        <p:spPr>
          <a:xfrm>
            <a:off x="11289677" y="1633918"/>
            <a:ext cx="365113" cy="757544"/>
          </a:xfrm>
          <a:custGeom>
            <a:avLst/>
            <a:gdLst/>
            <a:ahLst/>
            <a:cxnLst/>
            <a:rect l="0" t="0" r="r" b="b"/>
            <a:pathLst>
              <a:path w="365113" h="757544">
                <a:moveTo>
                  <a:pt x="365113" y="0"/>
                </a:moveTo>
                <a:quadBezTo>
                  <a:pt x="365113" y="302727"/>
                  <a:pt x="86441" y="688031"/>
                </a:quadBezTo>
                <a:lnTo>
                  <a:pt x="129662" y="719290"/>
                </a:lnTo>
                <a:quadBezTo>
                  <a:pt x="65883" y="739182"/>
                  <a:pt x="623" y="757544"/>
                </a:quadBezTo>
                <a:quadBezTo>
                  <a:pt x="2951" y="689722"/>
                  <a:pt x="0" y="625512"/>
                </a:quadBezTo>
                <a:lnTo>
                  <a:pt x="43221" y="656771"/>
                </a:lnTo>
                <a:quadBezTo>
                  <a:pt x="311773" y="285460"/>
                  <a:pt x="311773" y="0"/>
                </a:quadBezTo>
                <a:lnTo>
                  <a:pt x="365113" y="0"/>
                </a:lnTo>
                <a:close/>
              </a:path>
            </a:pathLst>
          </a:custGeom>
          <a:solidFill>
            <a:srgbClr val="FFFFFF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ray arrow"/>
          <p:cNvSpPr/>
          <p:nvPr/>
        </p:nvSpPr>
        <p:spPr>
          <a:xfrm>
            <a:off x="7040880" y="2660090"/>
            <a:ext cx="1878892" cy="1231606"/>
          </a:xfrm>
          <a:custGeom>
            <a:avLst/>
            <a:gdLst/>
            <a:ahLst/>
            <a:cxnLst/>
            <a:rect l="0" t="0" r="r" b="b"/>
            <a:pathLst>
              <a:path w="1878892" h="1231606" fill="none">
                <a:moveTo>
                  <a:pt x="0" y="1231606"/>
                </a:moveTo>
                <a:lnTo>
                  <a:pt x="1209040" y="1231606"/>
                </a:lnTo>
                <a:lnTo>
                  <a:pt x="1209040" y="28448"/>
                </a:lnTo>
                <a:lnTo>
                  <a:pt x="1878892" y="28448"/>
                </a:lnTo>
              </a:path>
              <a:path w="1878892" h="1231606">
                <a:moveTo>
                  <a:pt x="1821996" y="0"/>
                </a:moveTo>
                <a:lnTo>
                  <a:pt x="1878892" y="28448"/>
                </a:lnTo>
                <a:lnTo>
                  <a:pt x="1821996" y="56896"/>
                </a:lnTo>
                <a:close/>
              </a:path>
            </a:pathLst>
          </a:custGeom>
          <a:solidFill>
            <a:srgbClr val="80858A"/>
          </a:solidFill>
          <a:ln w="36982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ray arrow"/>
          <p:cNvSpPr/>
          <p:nvPr/>
        </p:nvSpPr>
        <p:spPr>
          <a:xfrm>
            <a:off x="10123932" y="3609474"/>
            <a:ext cx="561848" cy="278335"/>
          </a:xfrm>
          <a:custGeom>
            <a:avLst/>
            <a:gdLst/>
            <a:ahLst/>
            <a:cxnLst/>
            <a:rect l="0" t="0" r="r" b="b"/>
            <a:pathLst>
              <a:path w="561848" h="278335" fill="none">
                <a:moveTo>
                  <a:pt x="561848" y="0"/>
                </a:moveTo>
                <a:lnTo>
                  <a:pt x="561848" y="193099"/>
                </a:lnTo>
                <a:lnTo>
                  <a:pt x="28448" y="193099"/>
                </a:lnTo>
                <a:lnTo>
                  <a:pt x="28448" y="278335"/>
                </a:lnTo>
              </a:path>
              <a:path w="561848" h="278335">
                <a:moveTo>
                  <a:pt x="56896" y="221439"/>
                </a:moveTo>
                <a:lnTo>
                  <a:pt x="28448" y="278335"/>
                </a:lnTo>
                <a:lnTo>
                  <a:pt x="0" y="221439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Gray arrow"/>
          <p:cNvSpPr/>
          <p:nvPr/>
        </p:nvSpPr>
        <p:spPr>
          <a:xfrm>
            <a:off x="10916920" y="4145470"/>
            <a:ext cx="464245" cy="56896"/>
          </a:xfrm>
          <a:custGeom>
            <a:avLst/>
            <a:gdLst/>
            <a:ahLst/>
            <a:cxnLst/>
            <a:rect l="0" t="0" r="r" b="b"/>
            <a:pathLst>
              <a:path w="464245" h="56896" fill="none">
                <a:moveTo>
                  <a:pt x="0" y="28448"/>
                </a:moveTo>
                <a:lnTo>
                  <a:pt x="464245" y="28448"/>
                </a:lnTo>
              </a:path>
              <a:path w="464245" h="56896">
                <a:moveTo>
                  <a:pt x="407349" y="0"/>
                </a:moveTo>
                <a:lnTo>
                  <a:pt x="464245" y="28448"/>
                </a:lnTo>
                <a:lnTo>
                  <a:pt x="407349" y="56896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Gray arrow"/>
          <p:cNvSpPr/>
          <p:nvPr/>
        </p:nvSpPr>
        <p:spPr>
          <a:xfrm>
            <a:off x="7592060" y="4828745"/>
            <a:ext cx="375345" cy="56896"/>
          </a:xfrm>
          <a:custGeom>
            <a:avLst/>
            <a:gdLst/>
            <a:ahLst/>
            <a:cxnLst/>
            <a:rect l="0" t="0" r="r" b="b"/>
            <a:pathLst>
              <a:path w="375345" h="56896" fill="none">
                <a:moveTo>
                  <a:pt x="0" y="28448"/>
                </a:moveTo>
                <a:lnTo>
                  <a:pt x="375345" y="28448"/>
                </a:lnTo>
              </a:path>
              <a:path w="375345" h="56896">
                <a:moveTo>
                  <a:pt x="318449" y="0"/>
                </a:moveTo>
                <a:lnTo>
                  <a:pt x="375345" y="28448"/>
                </a:lnTo>
                <a:lnTo>
                  <a:pt x="318449" y="56896"/>
                </a:lnTo>
                <a:close/>
              </a:path>
            </a:pathLst>
          </a:custGeom>
          <a:solidFill>
            <a:srgbClr val="80858A"/>
          </a:solidFill>
          <a:ln w="30048">
            <a:solidFill>
              <a:srgbClr val="80858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ditable diagram shape"/>
          <p:cNvSpPr/>
          <p:nvPr/>
        </p:nvSpPr>
        <p:spPr>
          <a:xfrm>
            <a:off x="568960" y="1619064"/>
            <a:ext cx="1386840" cy="787252"/>
          </a:xfrm>
          <a:custGeom>
            <a:avLst/>
            <a:gdLst/>
            <a:ahLst/>
            <a:cxnLst/>
            <a:rect l="0" t="0" r="r" b="b"/>
            <a:pathLst>
              <a:path w="1386840" h="787252">
                <a:moveTo>
                  <a:pt x="0" y="0"/>
                </a:moveTo>
                <a:lnTo>
                  <a:pt x="1386840" y="118831"/>
                </a:lnTo>
                <a:lnTo>
                  <a:pt x="1386840" y="668421"/>
                </a:lnTo>
                <a:lnTo>
                  <a:pt x="0" y="787252"/>
                </a:lnTo>
                <a:close/>
              </a:path>
            </a:pathLst>
          </a:custGeom>
          <a:solidFill>
            <a:srgbClr val="ECEBED"/>
          </a:solidFill>
          <a:ln w="23114">
            <a:solidFill>
              <a:srgbClr val="2427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Editable diagram shape"/>
          <p:cNvSpPr/>
          <p:nvPr/>
        </p:nvSpPr>
        <p:spPr>
          <a:xfrm>
            <a:off x="568960" y="2807368"/>
            <a:ext cx="1386840" cy="787252"/>
          </a:xfrm>
          <a:custGeom>
            <a:avLst/>
            <a:gdLst/>
            <a:ahLst/>
            <a:cxnLst/>
            <a:rect l="0" t="0" r="r" b="b"/>
            <a:pathLst>
              <a:path w="1386840" h="787252">
                <a:moveTo>
                  <a:pt x="0" y="0"/>
                </a:moveTo>
                <a:lnTo>
                  <a:pt x="1386840" y="118831"/>
                </a:lnTo>
                <a:lnTo>
                  <a:pt x="1386840" y="668421"/>
                </a:lnTo>
                <a:lnTo>
                  <a:pt x="0" y="787252"/>
                </a:lnTo>
                <a:close/>
              </a:path>
            </a:pathLst>
          </a:custGeom>
          <a:solidFill>
            <a:srgbClr val="ECEBED"/>
          </a:solidFill>
          <a:ln w="23114">
            <a:solidFill>
              <a:srgbClr val="2427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Editable diagram shape"/>
          <p:cNvSpPr/>
          <p:nvPr/>
        </p:nvSpPr>
        <p:spPr>
          <a:xfrm>
            <a:off x="2489200" y="1812164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E5E6E7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Editable reference hatching"/>
          <p:cNvSpPr/>
          <p:nvPr/>
        </p:nvSpPr>
        <p:spPr>
          <a:xfrm>
            <a:off x="2574972" y="1939756"/>
            <a:ext cx="6091" cy="6092"/>
          </a:xfrm>
          <a:custGeom>
            <a:avLst/>
            <a:gdLst/>
            <a:ahLst/>
            <a:cxnLst/>
            <a:rect l="0" t="0" r="r" b="b"/>
            <a:pathLst>
              <a:path w="6091" h="6092" fill="none">
                <a:moveTo>
                  <a:pt x="0" y="6092"/>
                </a:moveTo>
                <a:lnTo>
                  <a:pt x="609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Editable diagram shape"/>
          <p:cNvSpPr/>
          <p:nvPr/>
        </p:nvSpPr>
        <p:spPr>
          <a:xfrm>
            <a:off x="2489200" y="1945848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D8DADB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Editable reference hatching"/>
          <p:cNvSpPr/>
          <p:nvPr/>
        </p:nvSpPr>
        <p:spPr>
          <a:xfrm>
            <a:off x="2574972" y="2073441"/>
            <a:ext cx="6091" cy="6091"/>
          </a:xfrm>
          <a:custGeom>
            <a:avLst/>
            <a:gdLst/>
            <a:ahLst/>
            <a:cxnLst/>
            <a:rect l="0" t="0" r="r" b="b"/>
            <a:pathLst>
              <a:path w="6091" h="6091" fill="none">
                <a:moveTo>
                  <a:pt x="0" y="6091"/>
                </a:moveTo>
                <a:lnTo>
                  <a:pt x="609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Editable diagram shape"/>
          <p:cNvSpPr/>
          <p:nvPr/>
        </p:nvSpPr>
        <p:spPr>
          <a:xfrm>
            <a:off x="2489200" y="2079532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CACDCF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Editable reference hatching"/>
          <p:cNvSpPr/>
          <p:nvPr/>
        </p:nvSpPr>
        <p:spPr>
          <a:xfrm>
            <a:off x="2574972" y="2207125"/>
            <a:ext cx="6091" cy="6091"/>
          </a:xfrm>
          <a:custGeom>
            <a:avLst/>
            <a:gdLst/>
            <a:ahLst/>
            <a:cxnLst/>
            <a:rect l="0" t="0" r="r" b="b"/>
            <a:pathLst>
              <a:path w="6091" h="6091" fill="none">
                <a:moveTo>
                  <a:pt x="0" y="6091"/>
                </a:moveTo>
                <a:lnTo>
                  <a:pt x="609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Editable diagram shape"/>
          <p:cNvSpPr/>
          <p:nvPr/>
        </p:nvSpPr>
        <p:spPr>
          <a:xfrm>
            <a:off x="2581063" y="1812164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CACDCF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Editable reference hatching"/>
          <p:cNvSpPr/>
          <p:nvPr/>
        </p:nvSpPr>
        <p:spPr>
          <a:xfrm>
            <a:off x="2666835" y="1939756"/>
            <a:ext cx="6092" cy="6092"/>
          </a:xfrm>
          <a:custGeom>
            <a:avLst/>
            <a:gdLst/>
            <a:ahLst/>
            <a:cxnLst/>
            <a:rect l="0" t="0" r="r" b="b"/>
            <a:pathLst>
              <a:path w="6092" h="6092" fill="none">
                <a:moveTo>
                  <a:pt x="0" y="6092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Editable diagram shape"/>
          <p:cNvSpPr/>
          <p:nvPr/>
        </p:nvSpPr>
        <p:spPr>
          <a:xfrm>
            <a:off x="2581063" y="1945848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BDC1C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Editable reference hatching"/>
          <p:cNvSpPr/>
          <p:nvPr/>
        </p:nvSpPr>
        <p:spPr>
          <a:xfrm>
            <a:off x="2666835" y="2073441"/>
            <a:ext cx="6092" cy="6091"/>
          </a:xfrm>
          <a:custGeom>
            <a:avLst/>
            <a:gdLst/>
            <a:ahLst/>
            <a:cxnLst/>
            <a:rect l="0" t="0" r="r" b="b"/>
            <a:pathLst>
              <a:path w="6092" h="6091" fill="none">
                <a:moveTo>
                  <a:pt x="0" y="6091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Editable diagram shape"/>
          <p:cNvSpPr/>
          <p:nvPr/>
        </p:nvSpPr>
        <p:spPr>
          <a:xfrm>
            <a:off x="2581063" y="2079532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B0B4B6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Editable reference hatching"/>
          <p:cNvSpPr/>
          <p:nvPr/>
        </p:nvSpPr>
        <p:spPr>
          <a:xfrm>
            <a:off x="2666835" y="2207125"/>
            <a:ext cx="6092" cy="6091"/>
          </a:xfrm>
          <a:custGeom>
            <a:avLst/>
            <a:gdLst/>
            <a:ahLst/>
            <a:cxnLst/>
            <a:rect l="0" t="0" r="r" b="b"/>
            <a:pathLst>
              <a:path w="6092" h="6091" fill="none">
                <a:moveTo>
                  <a:pt x="0" y="6091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Editable diagram shape"/>
          <p:cNvSpPr/>
          <p:nvPr/>
        </p:nvSpPr>
        <p:spPr>
          <a:xfrm>
            <a:off x="2672927" y="1812164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B0B4B6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Editable reference hatching"/>
          <p:cNvSpPr/>
          <p:nvPr/>
        </p:nvSpPr>
        <p:spPr>
          <a:xfrm>
            <a:off x="2758698" y="1939756"/>
            <a:ext cx="6092" cy="6092"/>
          </a:xfrm>
          <a:custGeom>
            <a:avLst/>
            <a:gdLst/>
            <a:ahLst/>
            <a:cxnLst/>
            <a:rect l="0" t="0" r="r" b="b"/>
            <a:pathLst>
              <a:path w="6092" h="6092" fill="none">
                <a:moveTo>
                  <a:pt x="0" y="6092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Editable diagram shape"/>
          <p:cNvSpPr/>
          <p:nvPr/>
        </p:nvSpPr>
        <p:spPr>
          <a:xfrm>
            <a:off x="2672927" y="1945848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E5E6E7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Editable reference hatching"/>
          <p:cNvSpPr/>
          <p:nvPr/>
        </p:nvSpPr>
        <p:spPr>
          <a:xfrm>
            <a:off x="2758698" y="2073441"/>
            <a:ext cx="6092" cy="6091"/>
          </a:xfrm>
          <a:custGeom>
            <a:avLst/>
            <a:gdLst/>
            <a:ahLst/>
            <a:cxnLst/>
            <a:rect l="0" t="0" r="r" b="b"/>
            <a:pathLst>
              <a:path w="6092" h="6091" fill="none">
                <a:moveTo>
                  <a:pt x="0" y="6091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Editable diagram shape"/>
          <p:cNvSpPr/>
          <p:nvPr/>
        </p:nvSpPr>
        <p:spPr>
          <a:xfrm>
            <a:off x="2672927" y="2079532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D8DADB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Editable reference hatching"/>
          <p:cNvSpPr/>
          <p:nvPr/>
        </p:nvSpPr>
        <p:spPr>
          <a:xfrm>
            <a:off x="2758698" y="2207125"/>
            <a:ext cx="6092" cy="6091"/>
          </a:xfrm>
          <a:custGeom>
            <a:avLst/>
            <a:gdLst/>
            <a:ahLst/>
            <a:cxnLst/>
            <a:rect l="0" t="0" r="r" b="b"/>
            <a:pathLst>
              <a:path w="6092" h="6091" fill="none">
                <a:moveTo>
                  <a:pt x="0" y="6091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Editable diagram shape"/>
          <p:cNvSpPr/>
          <p:nvPr/>
        </p:nvSpPr>
        <p:spPr>
          <a:xfrm>
            <a:off x="2764790" y="1812164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D8DADB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Editable reference hatching"/>
          <p:cNvSpPr/>
          <p:nvPr/>
        </p:nvSpPr>
        <p:spPr>
          <a:xfrm>
            <a:off x="2850562" y="1939756"/>
            <a:ext cx="6091" cy="6092"/>
          </a:xfrm>
          <a:custGeom>
            <a:avLst/>
            <a:gdLst/>
            <a:ahLst/>
            <a:cxnLst/>
            <a:rect l="0" t="0" r="r" b="b"/>
            <a:pathLst>
              <a:path w="6091" h="6092" fill="none">
                <a:moveTo>
                  <a:pt x="0" y="6092"/>
                </a:moveTo>
                <a:lnTo>
                  <a:pt x="609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Editable diagram shape"/>
          <p:cNvSpPr/>
          <p:nvPr/>
        </p:nvSpPr>
        <p:spPr>
          <a:xfrm>
            <a:off x="2764790" y="1945848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CACDCF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Editable reference hatching"/>
          <p:cNvSpPr/>
          <p:nvPr/>
        </p:nvSpPr>
        <p:spPr>
          <a:xfrm>
            <a:off x="2850562" y="2073441"/>
            <a:ext cx="6091" cy="6091"/>
          </a:xfrm>
          <a:custGeom>
            <a:avLst/>
            <a:gdLst/>
            <a:ahLst/>
            <a:cxnLst/>
            <a:rect l="0" t="0" r="r" b="b"/>
            <a:pathLst>
              <a:path w="6091" h="6091" fill="none">
                <a:moveTo>
                  <a:pt x="0" y="6091"/>
                </a:moveTo>
                <a:lnTo>
                  <a:pt x="609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Editable diagram shape"/>
          <p:cNvSpPr/>
          <p:nvPr/>
        </p:nvSpPr>
        <p:spPr>
          <a:xfrm>
            <a:off x="2764790" y="2079532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BDC1C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Editable reference hatching"/>
          <p:cNvSpPr/>
          <p:nvPr/>
        </p:nvSpPr>
        <p:spPr>
          <a:xfrm>
            <a:off x="2850562" y="2207125"/>
            <a:ext cx="6091" cy="6091"/>
          </a:xfrm>
          <a:custGeom>
            <a:avLst/>
            <a:gdLst/>
            <a:ahLst/>
            <a:cxnLst/>
            <a:rect l="0" t="0" r="r" b="b"/>
            <a:pathLst>
              <a:path w="6091" h="6091" fill="none">
                <a:moveTo>
                  <a:pt x="0" y="6091"/>
                </a:moveTo>
                <a:lnTo>
                  <a:pt x="609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Editable diagram shape"/>
          <p:cNvSpPr/>
          <p:nvPr/>
        </p:nvSpPr>
        <p:spPr>
          <a:xfrm>
            <a:off x="2856653" y="1812164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BDC1C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Editable reference hatching"/>
          <p:cNvSpPr/>
          <p:nvPr/>
        </p:nvSpPr>
        <p:spPr>
          <a:xfrm>
            <a:off x="2942425" y="1939756"/>
            <a:ext cx="6092" cy="6092"/>
          </a:xfrm>
          <a:custGeom>
            <a:avLst/>
            <a:gdLst/>
            <a:ahLst/>
            <a:cxnLst/>
            <a:rect l="0" t="0" r="r" b="b"/>
            <a:pathLst>
              <a:path w="6092" h="6092" fill="none">
                <a:moveTo>
                  <a:pt x="0" y="6092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Editable diagram shape"/>
          <p:cNvSpPr/>
          <p:nvPr/>
        </p:nvSpPr>
        <p:spPr>
          <a:xfrm>
            <a:off x="2856653" y="1945848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B0B4B6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Editable reference hatching"/>
          <p:cNvSpPr/>
          <p:nvPr/>
        </p:nvSpPr>
        <p:spPr>
          <a:xfrm>
            <a:off x="2942425" y="2073441"/>
            <a:ext cx="6092" cy="6091"/>
          </a:xfrm>
          <a:custGeom>
            <a:avLst/>
            <a:gdLst/>
            <a:ahLst/>
            <a:cxnLst/>
            <a:rect l="0" t="0" r="r" b="b"/>
            <a:pathLst>
              <a:path w="6092" h="6091" fill="none">
                <a:moveTo>
                  <a:pt x="0" y="6091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Editable diagram shape"/>
          <p:cNvSpPr/>
          <p:nvPr/>
        </p:nvSpPr>
        <p:spPr>
          <a:xfrm>
            <a:off x="2856653" y="2079532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E5E6E7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Editable reference hatching"/>
          <p:cNvSpPr/>
          <p:nvPr/>
        </p:nvSpPr>
        <p:spPr>
          <a:xfrm>
            <a:off x="2942425" y="2207125"/>
            <a:ext cx="6092" cy="6091"/>
          </a:xfrm>
          <a:custGeom>
            <a:avLst/>
            <a:gdLst/>
            <a:ahLst/>
            <a:cxnLst/>
            <a:rect l="0" t="0" r="r" b="b"/>
            <a:pathLst>
              <a:path w="6092" h="6091" fill="none">
                <a:moveTo>
                  <a:pt x="0" y="6091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Editable diagram shape"/>
          <p:cNvSpPr/>
          <p:nvPr/>
        </p:nvSpPr>
        <p:spPr>
          <a:xfrm>
            <a:off x="2948517" y="1812164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E5E6E7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Editable reference hatching"/>
          <p:cNvSpPr/>
          <p:nvPr/>
        </p:nvSpPr>
        <p:spPr>
          <a:xfrm>
            <a:off x="3034288" y="1939756"/>
            <a:ext cx="6092" cy="6092"/>
          </a:xfrm>
          <a:custGeom>
            <a:avLst/>
            <a:gdLst/>
            <a:ahLst/>
            <a:cxnLst/>
            <a:rect l="0" t="0" r="r" b="b"/>
            <a:pathLst>
              <a:path w="6092" h="6092" fill="none">
                <a:moveTo>
                  <a:pt x="0" y="6092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Editable diagram shape"/>
          <p:cNvSpPr/>
          <p:nvPr/>
        </p:nvSpPr>
        <p:spPr>
          <a:xfrm>
            <a:off x="2948517" y="1945848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D8DADB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Editable reference hatching"/>
          <p:cNvSpPr/>
          <p:nvPr/>
        </p:nvSpPr>
        <p:spPr>
          <a:xfrm>
            <a:off x="3034288" y="2073441"/>
            <a:ext cx="6092" cy="6091"/>
          </a:xfrm>
          <a:custGeom>
            <a:avLst/>
            <a:gdLst/>
            <a:ahLst/>
            <a:cxnLst/>
            <a:rect l="0" t="0" r="r" b="b"/>
            <a:pathLst>
              <a:path w="6092" h="6091" fill="none">
                <a:moveTo>
                  <a:pt x="0" y="6091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Editable diagram shape"/>
          <p:cNvSpPr/>
          <p:nvPr/>
        </p:nvSpPr>
        <p:spPr>
          <a:xfrm>
            <a:off x="2948517" y="2079532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CACDCF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Editable reference hatching"/>
          <p:cNvSpPr/>
          <p:nvPr/>
        </p:nvSpPr>
        <p:spPr>
          <a:xfrm>
            <a:off x="3034288" y="2207125"/>
            <a:ext cx="6092" cy="6091"/>
          </a:xfrm>
          <a:custGeom>
            <a:avLst/>
            <a:gdLst/>
            <a:ahLst/>
            <a:cxnLst/>
            <a:rect l="0" t="0" r="r" b="b"/>
            <a:pathLst>
              <a:path w="6092" h="6091" fill="none">
                <a:moveTo>
                  <a:pt x="0" y="6091"/>
                </a:moveTo>
                <a:lnTo>
                  <a:pt x="6092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Editable diagram shape"/>
          <p:cNvSpPr/>
          <p:nvPr/>
        </p:nvSpPr>
        <p:spPr>
          <a:xfrm>
            <a:off x="2489200" y="3000468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D0E3E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Editable diagram shape"/>
          <p:cNvSpPr/>
          <p:nvPr/>
        </p:nvSpPr>
        <p:spPr>
          <a:xfrm>
            <a:off x="2489200" y="3134152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B9D4D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Editable diagram shape"/>
          <p:cNvSpPr/>
          <p:nvPr/>
        </p:nvSpPr>
        <p:spPr>
          <a:xfrm>
            <a:off x="2489200" y="3267836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A1C6C2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Editable diagram shape"/>
          <p:cNvSpPr/>
          <p:nvPr/>
        </p:nvSpPr>
        <p:spPr>
          <a:xfrm>
            <a:off x="2581063" y="3000468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A1C6C2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Editable diagram shape"/>
          <p:cNvSpPr/>
          <p:nvPr/>
        </p:nvSpPr>
        <p:spPr>
          <a:xfrm>
            <a:off x="2581063" y="3134152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8AB8B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Editable diagram shape"/>
          <p:cNvSpPr/>
          <p:nvPr/>
        </p:nvSpPr>
        <p:spPr>
          <a:xfrm>
            <a:off x="2581063" y="3267836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73AAA4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Editable diagram shape"/>
          <p:cNvSpPr/>
          <p:nvPr/>
        </p:nvSpPr>
        <p:spPr>
          <a:xfrm>
            <a:off x="2672927" y="3000468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73AAA4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Editable diagram shape"/>
          <p:cNvSpPr/>
          <p:nvPr/>
        </p:nvSpPr>
        <p:spPr>
          <a:xfrm>
            <a:off x="2672927" y="3134152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D0E3E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Editable diagram shape"/>
          <p:cNvSpPr/>
          <p:nvPr/>
        </p:nvSpPr>
        <p:spPr>
          <a:xfrm>
            <a:off x="2672927" y="3267836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B9D4D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Editable diagram shape"/>
          <p:cNvSpPr/>
          <p:nvPr/>
        </p:nvSpPr>
        <p:spPr>
          <a:xfrm>
            <a:off x="2764790" y="3000468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B9D4D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Editable diagram shape"/>
          <p:cNvSpPr/>
          <p:nvPr/>
        </p:nvSpPr>
        <p:spPr>
          <a:xfrm>
            <a:off x="2764790" y="3134152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A1C6C2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Editable diagram shape"/>
          <p:cNvSpPr/>
          <p:nvPr/>
        </p:nvSpPr>
        <p:spPr>
          <a:xfrm>
            <a:off x="2764790" y="3267836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8AB8B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Editable diagram shape"/>
          <p:cNvSpPr/>
          <p:nvPr/>
        </p:nvSpPr>
        <p:spPr>
          <a:xfrm>
            <a:off x="2856653" y="3000468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8AB8B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Editable diagram shape"/>
          <p:cNvSpPr/>
          <p:nvPr/>
        </p:nvSpPr>
        <p:spPr>
          <a:xfrm>
            <a:off x="2856653" y="3134152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73AAA4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Editable diagram shape"/>
          <p:cNvSpPr/>
          <p:nvPr/>
        </p:nvSpPr>
        <p:spPr>
          <a:xfrm>
            <a:off x="2856653" y="3267836"/>
            <a:ext cx="91864" cy="133684"/>
          </a:xfrm>
          <a:custGeom>
            <a:avLst/>
            <a:gdLst/>
            <a:ahLst/>
            <a:cxnLst/>
            <a:rect l="0" t="0" r="r" b="b"/>
            <a:pathLst>
              <a:path w="91864" h="133684">
                <a:moveTo>
                  <a:pt x="0" y="0"/>
                </a:moveTo>
                <a:lnTo>
                  <a:pt x="91864" y="0"/>
                </a:lnTo>
                <a:lnTo>
                  <a:pt x="91864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D0E3E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Editable diagram shape"/>
          <p:cNvSpPr/>
          <p:nvPr/>
        </p:nvSpPr>
        <p:spPr>
          <a:xfrm>
            <a:off x="2948517" y="3000468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D0E3E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Editable diagram shape"/>
          <p:cNvSpPr/>
          <p:nvPr/>
        </p:nvSpPr>
        <p:spPr>
          <a:xfrm>
            <a:off x="2948517" y="3134152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B9D4D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Editable diagram shape"/>
          <p:cNvSpPr/>
          <p:nvPr/>
        </p:nvSpPr>
        <p:spPr>
          <a:xfrm>
            <a:off x="2948517" y="3267836"/>
            <a:ext cx="91863" cy="133684"/>
          </a:xfrm>
          <a:custGeom>
            <a:avLst/>
            <a:gdLst/>
            <a:ahLst/>
            <a:cxnLst/>
            <a:rect l="0" t="0" r="r" b="b"/>
            <a:pathLst>
              <a:path w="91863" h="133684">
                <a:moveTo>
                  <a:pt x="0" y="0"/>
                </a:moveTo>
                <a:lnTo>
                  <a:pt x="91863" y="0"/>
                </a:lnTo>
                <a:lnTo>
                  <a:pt x="91863" y="133684"/>
                </a:lnTo>
                <a:lnTo>
                  <a:pt x="0" y="133684"/>
                </a:lnTo>
                <a:close/>
              </a:path>
            </a:pathLst>
          </a:custGeom>
          <a:solidFill>
            <a:srgbClr val="A1C6C2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Editable diagram shape"/>
          <p:cNvSpPr/>
          <p:nvPr/>
        </p:nvSpPr>
        <p:spPr>
          <a:xfrm>
            <a:off x="398272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72A7BC"/>
          </a:solidFill>
          <a:ln w="18491">
            <a:solidFill>
              <a:srgbClr val="629D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Editable diagram shape"/>
          <p:cNvSpPr/>
          <p:nvPr/>
        </p:nvSpPr>
        <p:spPr>
          <a:xfrm>
            <a:off x="423164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F0E3BF"/>
          </a:solidFill>
          <a:ln w="18491">
            <a:solidFill>
              <a:srgbClr val="D9BA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Editable diagram shape"/>
          <p:cNvSpPr/>
          <p:nvPr/>
        </p:nvSpPr>
        <p:spPr>
          <a:xfrm>
            <a:off x="448056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AABC92"/>
          </a:solidFill>
          <a:ln w="18491">
            <a:solidFill>
              <a:srgbClr val="86A0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Editable diagram shape"/>
          <p:cNvSpPr/>
          <p:nvPr/>
        </p:nvSpPr>
        <p:spPr>
          <a:xfrm>
            <a:off x="472948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EEDAD2"/>
          </a:solidFill>
          <a:ln w="18491">
            <a:solidFill>
              <a:srgbClr val="CD9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Editable diagram shape"/>
          <p:cNvSpPr/>
          <p:nvPr/>
        </p:nvSpPr>
        <p:spPr>
          <a:xfrm>
            <a:off x="497840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8CB3AF"/>
          </a:solidFill>
          <a:ln w="18491">
            <a:solidFill>
              <a:srgbClr val="6B9D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Editable diagram shape"/>
          <p:cNvSpPr/>
          <p:nvPr/>
        </p:nvSpPr>
        <p:spPr>
          <a:xfrm>
            <a:off x="522732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CFC4DA"/>
          </a:solidFill>
          <a:ln w="18491">
            <a:solidFill>
              <a:srgbClr val="9278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Editable diagram shape"/>
          <p:cNvSpPr/>
          <p:nvPr/>
        </p:nvSpPr>
        <p:spPr>
          <a:xfrm>
            <a:off x="629412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D9E7ED"/>
          </a:solidFill>
          <a:ln w="18491">
            <a:solidFill>
              <a:srgbClr val="629D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Editable diagram shape"/>
          <p:cNvSpPr/>
          <p:nvPr/>
        </p:nvSpPr>
        <p:spPr>
          <a:xfrm>
            <a:off x="654304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DBBE6A"/>
          </a:solidFill>
          <a:ln w="18491">
            <a:solidFill>
              <a:srgbClr val="D9BA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Editable diagram shape"/>
          <p:cNvSpPr/>
          <p:nvPr/>
        </p:nvSpPr>
        <p:spPr>
          <a:xfrm>
            <a:off x="679196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AABC92"/>
          </a:solidFill>
          <a:ln w="18491">
            <a:solidFill>
              <a:srgbClr val="86A0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Editable diagram shape"/>
          <p:cNvSpPr/>
          <p:nvPr/>
        </p:nvSpPr>
        <p:spPr>
          <a:xfrm>
            <a:off x="704088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F1E1DA"/>
          </a:solidFill>
          <a:ln w="18491">
            <a:solidFill>
              <a:srgbClr val="CD9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Editable diagram shape"/>
          <p:cNvSpPr/>
          <p:nvPr/>
        </p:nvSpPr>
        <p:spPr>
          <a:xfrm>
            <a:off x="728980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D3E2E0"/>
          </a:solidFill>
          <a:ln w="18491">
            <a:solidFill>
              <a:srgbClr val="6B9D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Editable diagram shape"/>
          <p:cNvSpPr/>
          <p:nvPr/>
        </p:nvSpPr>
        <p:spPr>
          <a:xfrm>
            <a:off x="7538720" y="1277427"/>
            <a:ext cx="195580" cy="341637"/>
          </a:xfrm>
          <a:custGeom>
            <a:avLst/>
            <a:gdLst/>
            <a:ahLst/>
            <a:cxnLst/>
            <a:rect l="0" t="0" r="r" b="b"/>
            <a:pathLst>
              <a:path w="195580" h="341637">
                <a:moveTo>
                  <a:pt x="35560" y="0"/>
                </a:moveTo>
                <a:lnTo>
                  <a:pt x="160020" y="0"/>
                </a:lnTo>
                <a:quadBezTo>
                  <a:pt x="195580" y="0"/>
                  <a:pt x="195580" y="29708"/>
                </a:quadBezTo>
                <a:lnTo>
                  <a:pt x="195580" y="311930"/>
                </a:lnTo>
                <a:quadBezTo>
                  <a:pt x="195580" y="341637"/>
                  <a:pt x="160020" y="341637"/>
                </a:quadBezTo>
                <a:lnTo>
                  <a:pt x="35560" y="341637"/>
                </a:lnTo>
                <a:quadBezTo>
                  <a:pt x="0" y="341637"/>
                  <a:pt x="0" y="311930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A690BA"/>
          </a:solidFill>
          <a:ln w="18491">
            <a:solidFill>
              <a:srgbClr val="9278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Editable diagram shape"/>
          <p:cNvSpPr/>
          <p:nvPr/>
        </p:nvSpPr>
        <p:spPr>
          <a:xfrm>
            <a:off x="5618480" y="1960702"/>
            <a:ext cx="497840" cy="415906"/>
          </a:xfrm>
          <a:custGeom>
            <a:avLst/>
            <a:gdLst/>
            <a:ahLst/>
            <a:cxnLst/>
            <a:rect l="0" t="0" r="r" b="b"/>
            <a:pathLst>
              <a:path w="497840" h="415906">
                <a:moveTo>
                  <a:pt x="248920" y="0"/>
                </a:moveTo>
                <a:cubicBezTo>
                  <a:pt x="314934" y="0"/>
                  <a:pt x="378254" y="21911"/>
                  <a:pt x="424933" y="60908"/>
                </a:cubicBezTo>
                <a:cubicBezTo>
                  <a:pt x="471612" y="99905"/>
                  <a:pt x="497840" y="152803"/>
                  <a:pt x="497840" y="207953"/>
                </a:cubicBezTo>
                <a:cubicBezTo>
                  <a:pt x="497840" y="263103"/>
                  <a:pt x="471612" y="316001"/>
                  <a:pt x="424933" y="354998"/>
                </a:cubicBezTo>
                <a:cubicBezTo>
                  <a:pt x="378254" y="393995"/>
                  <a:pt x="314934" y="415906"/>
                  <a:pt x="248920" y="415906"/>
                </a:cubicBezTo>
                <a:cubicBezTo>
                  <a:pt x="182906" y="415906"/>
                  <a:pt x="119586" y="393995"/>
                  <a:pt x="72907" y="354998"/>
                </a:cubicBezTo>
                <a:cubicBezTo>
                  <a:pt x="26228" y="316001"/>
                  <a:pt x="0" y="263103"/>
                  <a:pt x="0" y="207953"/>
                </a:cubicBezTo>
                <a:cubicBezTo>
                  <a:pt x="0" y="152803"/>
                  <a:pt x="26228" y="99905"/>
                  <a:pt x="72907" y="60908"/>
                </a:cubicBezTo>
                <a:cubicBezTo>
                  <a:pt x="119586" y="21911"/>
                  <a:pt x="182906" y="0"/>
                  <a:pt x="248920" y="0"/>
                </a:cubicBezTo>
                <a:close/>
              </a:path>
            </a:pathLst>
          </a:custGeom>
          <a:solidFill>
            <a:srgbClr val="FFFDF7"/>
          </a:solidFill>
          <a:ln w="23114">
            <a:solidFill>
              <a:srgbClr val="7963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Editable diagram shape"/>
          <p:cNvSpPr/>
          <p:nvPr/>
        </p:nvSpPr>
        <p:spPr>
          <a:xfrm>
            <a:off x="4569460" y="2822222"/>
            <a:ext cx="391160" cy="371345"/>
          </a:xfrm>
          <a:custGeom>
            <a:avLst/>
            <a:gdLst/>
            <a:ahLst/>
            <a:cxnLst/>
            <a:rect l="0" t="0" r="r" b="b"/>
            <a:pathLst>
              <a:path w="391160" h="371345">
                <a:moveTo>
                  <a:pt x="35560" y="0"/>
                </a:moveTo>
                <a:lnTo>
                  <a:pt x="355600" y="0"/>
                </a:lnTo>
                <a:quadBezTo>
                  <a:pt x="391160" y="0"/>
                  <a:pt x="391160" y="29708"/>
                </a:quadBezTo>
                <a:lnTo>
                  <a:pt x="391160" y="341638"/>
                </a:lnTo>
                <a:quadBezTo>
                  <a:pt x="391160" y="371345"/>
                  <a:pt x="355600" y="371345"/>
                </a:quadBezTo>
                <a:lnTo>
                  <a:pt x="35560" y="371345"/>
                </a:lnTo>
                <a:quadBezTo>
                  <a:pt x="0" y="371345"/>
                  <a:pt x="0" y="341638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CDE0E8"/>
          </a:solidFill>
          <a:ln w="18491">
            <a:solidFill>
              <a:srgbClr val="629D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Editable diagram shape"/>
          <p:cNvSpPr/>
          <p:nvPr/>
        </p:nvSpPr>
        <p:spPr>
          <a:xfrm>
            <a:off x="5013960" y="2822222"/>
            <a:ext cx="391160" cy="371345"/>
          </a:xfrm>
          <a:custGeom>
            <a:avLst/>
            <a:gdLst/>
            <a:ahLst/>
            <a:cxnLst/>
            <a:rect l="0" t="0" r="r" b="b"/>
            <a:pathLst>
              <a:path w="391160" h="371345">
                <a:moveTo>
                  <a:pt x="35560" y="0"/>
                </a:moveTo>
                <a:lnTo>
                  <a:pt x="355600" y="0"/>
                </a:lnTo>
                <a:quadBezTo>
                  <a:pt x="391160" y="0"/>
                  <a:pt x="391160" y="29708"/>
                </a:quadBezTo>
                <a:lnTo>
                  <a:pt x="391160" y="341638"/>
                </a:lnTo>
                <a:quadBezTo>
                  <a:pt x="391160" y="371345"/>
                  <a:pt x="355600" y="371345"/>
                </a:quadBezTo>
                <a:lnTo>
                  <a:pt x="35560" y="371345"/>
                </a:lnTo>
                <a:quadBezTo>
                  <a:pt x="0" y="371345"/>
                  <a:pt x="0" y="341638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E5D092"/>
          </a:solidFill>
          <a:ln w="18491">
            <a:solidFill>
              <a:srgbClr val="D9BA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Editable diagram shape"/>
          <p:cNvSpPr/>
          <p:nvPr/>
        </p:nvSpPr>
        <p:spPr>
          <a:xfrm>
            <a:off x="5458460" y="2822222"/>
            <a:ext cx="391160" cy="371345"/>
          </a:xfrm>
          <a:custGeom>
            <a:avLst/>
            <a:gdLst/>
            <a:ahLst/>
            <a:cxnLst/>
            <a:rect l="0" t="0" r="r" b="b"/>
            <a:pathLst>
              <a:path w="391160" h="371345">
                <a:moveTo>
                  <a:pt x="35560" y="0"/>
                </a:moveTo>
                <a:lnTo>
                  <a:pt x="355600" y="0"/>
                </a:lnTo>
                <a:quadBezTo>
                  <a:pt x="391160" y="0"/>
                  <a:pt x="391160" y="29708"/>
                </a:quadBezTo>
                <a:lnTo>
                  <a:pt x="391160" y="341638"/>
                </a:lnTo>
                <a:quadBezTo>
                  <a:pt x="391160" y="371345"/>
                  <a:pt x="355600" y="371345"/>
                </a:quadBezTo>
                <a:lnTo>
                  <a:pt x="35560" y="371345"/>
                </a:lnTo>
                <a:quadBezTo>
                  <a:pt x="0" y="371345"/>
                  <a:pt x="0" y="341638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88A267"/>
          </a:solidFill>
          <a:ln w="18491">
            <a:solidFill>
              <a:srgbClr val="86A0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Editable diagram shape"/>
          <p:cNvSpPr/>
          <p:nvPr/>
        </p:nvSpPr>
        <p:spPr>
          <a:xfrm>
            <a:off x="5902960" y="2822222"/>
            <a:ext cx="391160" cy="371345"/>
          </a:xfrm>
          <a:custGeom>
            <a:avLst/>
            <a:gdLst/>
            <a:ahLst/>
            <a:cxnLst/>
            <a:rect l="0" t="0" r="r" b="b"/>
            <a:pathLst>
              <a:path w="391160" h="371345">
                <a:moveTo>
                  <a:pt x="35560" y="0"/>
                </a:moveTo>
                <a:lnTo>
                  <a:pt x="355600" y="0"/>
                </a:lnTo>
                <a:quadBezTo>
                  <a:pt x="391160" y="0"/>
                  <a:pt x="391160" y="29708"/>
                </a:quadBezTo>
                <a:lnTo>
                  <a:pt x="391160" y="341638"/>
                </a:lnTo>
                <a:quadBezTo>
                  <a:pt x="391160" y="371345"/>
                  <a:pt x="355600" y="371345"/>
                </a:quadBezTo>
                <a:lnTo>
                  <a:pt x="35560" y="371345"/>
                </a:lnTo>
                <a:quadBezTo>
                  <a:pt x="0" y="371345"/>
                  <a:pt x="0" y="341638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F4E6E1"/>
          </a:solidFill>
          <a:ln w="18491">
            <a:solidFill>
              <a:srgbClr val="CD9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Editable diagram shape"/>
          <p:cNvSpPr/>
          <p:nvPr/>
        </p:nvSpPr>
        <p:spPr>
          <a:xfrm>
            <a:off x="6347460" y="2822222"/>
            <a:ext cx="391160" cy="371345"/>
          </a:xfrm>
          <a:custGeom>
            <a:avLst/>
            <a:gdLst/>
            <a:ahLst/>
            <a:cxnLst/>
            <a:rect l="0" t="0" r="r" b="b"/>
            <a:pathLst>
              <a:path w="391160" h="371345">
                <a:moveTo>
                  <a:pt x="35560" y="0"/>
                </a:moveTo>
                <a:lnTo>
                  <a:pt x="355600" y="0"/>
                </a:lnTo>
                <a:quadBezTo>
                  <a:pt x="391160" y="0"/>
                  <a:pt x="391160" y="29708"/>
                </a:quadBezTo>
                <a:lnTo>
                  <a:pt x="391160" y="341638"/>
                </a:lnTo>
                <a:quadBezTo>
                  <a:pt x="391160" y="371345"/>
                  <a:pt x="355600" y="371345"/>
                </a:quadBezTo>
                <a:lnTo>
                  <a:pt x="35560" y="371345"/>
                </a:lnTo>
                <a:quadBezTo>
                  <a:pt x="0" y="371345"/>
                  <a:pt x="0" y="341638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C5D8D7"/>
          </a:solidFill>
          <a:ln w="18491">
            <a:solidFill>
              <a:srgbClr val="6B9D9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Editable diagram shape"/>
          <p:cNvSpPr/>
          <p:nvPr/>
        </p:nvSpPr>
        <p:spPr>
          <a:xfrm>
            <a:off x="6791960" y="2822222"/>
            <a:ext cx="391160" cy="371345"/>
          </a:xfrm>
          <a:custGeom>
            <a:avLst/>
            <a:gdLst/>
            <a:ahLst/>
            <a:cxnLst/>
            <a:rect l="0" t="0" r="r" b="b"/>
            <a:pathLst>
              <a:path w="391160" h="371345">
                <a:moveTo>
                  <a:pt x="35560" y="0"/>
                </a:moveTo>
                <a:lnTo>
                  <a:pt x="355600" y="0"/>
                </a:lnTo>
                <a:quadBezTo>
                  <a:pt x="391160" y="0"/>
                  <a:pt x="391160" y="29708"/>
                </a:quadBezTo>
                <a:lnTo>
                  <a:pt x="391160" y="341638"/>
                </a:lnTo>
                <a:quadBezTo>
                  <a:pt x="391160" y="371345"/>
                  <a:pt x="355600" y="371345"/>
                </a:quadBezTo>
                <a:lnTo>
                  <a:pt x="35560" y="371345"/>
                </a:lnTo>
                <a:quadBezTo>
                  <a:pt x="0" y="371345"/>
                  <a:pt x="0" y="341638"/>
                </a:quadBezTo>
                <a:lnTo>
                  <a:pt x="0" y="29708"/>
                </a:lnTo>
                <a:quadBezTo>
                  <a:pt x="0" y="0"/>
                  <a:pt x="35560" y="0"/>
                </a:quadBezTo>
                <a:close/>
              </a:path>
            </a:pathLst>
          </a:custGeom>
          <a:solidFill>
            <a:srgbClr val="B7A5C7"/>
          </a:solidFill>
          <a:ln w="18491">
            <a:solidFill>
              <a:srgbClr val="9278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Editable diagram shape"/>
          <p:cNvSpPr/>
          <p:nvPr/>
        </p:nvSpPr>
        <p:spPr>
          <a:xfrm>
            <a:off x="4711700" y="3772865"/>
            <a:ext cx="302260" cy="252515"/>
          </a:xfrm>
          <a:custGeom>
            <a:avLst/>
            <a:gdLst/>
            <a:ahLst/>
            <a:cxnLst/>
            <a:rect l="0" t="0" r="r" b="b"/>
            <a:pathLst>
              <a:path w="302260" h="252515">
                <a:moveTo>
                  <a:pt x="0" y="0"/>
                </a:moveTo>
                <a:lnTo>
                  <a:pt x="302260" y="0"/>
                </a:lnTo>
                <a:lnTo>
                  <a:pt x="302260" y="252515"/>
                </a:lnTo>
                <a:lnTo>
                  <a:pt x="0" y="252515"/>
                </a:lnTo>
                <a:close/>
              </a:path>
            </a:pathLst>
          </a:custGeom>
          <a:solidFill>
            <a:srgbClr val="FFFFFF"/>
          </a:solidFill>
          <a:ln w="19646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Editable diagram shape"/>
          <p:cNvSpPr/>
          <p:nvPr/>
        </p:nvSpPr>
        <p:spPr>
          <a:xfrm>
            <a:off x="5102860" y="3772865"/>
            <a:ext cx="302260" cy="252515"/>
          </a:xfrm>
          <a:custGeom>
            <a:avLst/>
            <a:gdLst/>
            <a:ahLst/>
            <a:cxnLst/>
            <a:rect l="0" t="0" r="r" b="b"/>
            <a:pathLst>
              <a:path w="302260" h="252515">
                <a:moveTo>
                  <a:pt x="0" y="0"/>
                </a:moveTo>
                <a:lnTo>
                  <a:pt x="302260" y="0"/>
                </a:lnTo>
                <a:lnTo>
                  <a:pt x="302260" y="252515"/>
                </a:lnTo>
                <a:lnTo>
                  <a:pt x="0" y="252515"/>
                </a:lnTo>
                <a:close/>
              </a:path>
            </a:pathLst>
          </a:custGeom>
          <a:solidFill>
            <a:srgbClr val="4B928A"/>
          </a:solidFill>
          <a:ln w="19646">
            <a:solidFill>
              <a:srgbClr val="4B92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Editable diagram shape"/>
          <p:cNvSpPr/>
          <p:nvPr/>
        </p:nvSpPr>
        <p:spPr>
          <a:xfrm>
            <a:off x="5494020" y="3772865"/>
            <a:ext cx="302260" cy="252515"/>
          </a:xfrm>
          <a:custGeom>
            <a:avLst/>
            <a:gdLst/>
            <a:ahLst/>
            <a:cxnLst/>
            <a:rect l="0" t="0" r="r" b="b"/>
            <a:pathLst>
              <a:path w="302260" h="252515">
                <a:moveTo>
                  <a:pt x="0" y="0"/>
                </a:moveTo>
                <a:lnTo>
                  <a:pt x="302260" y="0"/>
                </a:lnTo>
                <a:lnTo>
                  <a:pt x="302260" y="252515"/>
                </a:lnTo>
                <a:lnTo>
                  <a:pt x="0" y="252515"/>
                </a:lnTo>
                <a:close/>
              </a:path>
            </a:pathLst>
          </a:custGeom>
          <a:solidFill>
            <a:srgbClr val="4B928A"/>
          </a:solidFill>
          <a:ln w="19646">
            <a:solidFill>
              <a:srgbClr val="4B92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Editable diagram shape"/>
          <p:cNvSpPr/>
          <p:nvPr/>
        </p:nvSpPr>
        <p:spPr>
          <a:xfrm>
            <a:off x="5885180" y="3772865"/>
            <a:ext cx="302260" cy="252515"/>
          </a:xfrm>
          <a:custGeom>
            <a:avLst/>
            <a:gdLst/>
            <a:ahLst/>
            <a:cxnLst/>
            <a:rect l="0" t="0" r="r" b="b"/>
            <a:pathLst>
              <a:path w="302260" h="252515">
                <a:moveTo>
                  <a:pt x="0" y="0"/>
                </a:moveTo>
                <a:lnTo>
                  <a:pt x="302260" y="0"/>
                </a:lnTo>
                <a:lnTo>
                  <a:pt x="302260" y="252515"/>
                </a:lnTo>
                <a:lnTo>
                  <a:pt x="0" y="252515"/>
                </a:lnTo>
                <a:close/>
              </a:path>
            </a:pathLst>
          </a:custGeom>
          <a:solidFill>
            <a:srgbClr val="FFFFFF"/>
          </a:solidFill>
          <a:ln w="19646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Editable diagram shape"/>
          <p:cNvSpPr/>
          <p:nvPr/>
        </p:nvSpPr>
        <p:spPr>
          <a:xfrm>
            <a:off x="6276340" y="3772865"/>
            <a:ext cx="302260" cy="252515"/>
          </a:xfrm>
          <a:custGeom>
            <a:avLst/>
            <a:gdLst/>
            <a:ahLst/>
            <a:cxnLst/>
            <a:rect l="0" t="0" r="r" b="b"/>
            <a:pathLst>
              <a:path w="302260" h="252515">
                <a:moveTo>
                  <a:pt x="0" y="0"/>
                </a:moveTo>
                <a:lnTo>
                  <a:pt x="302260" y="0"/>
                </a:lnTo>
                <a:lnTo>
                  <a:pt x="302260" y="252515"/>
                </a:lnTo>
                <a:lnTo>
                  <a:pt x="0" y="252515"/>
                </a:lnTo>
                <a:close/>
              </a:path>
            </a:pathLst>
          </a:custGeom>
          <a:solidFill>
            <a:srgbClr val="FFFFFF"/>
          </a:solidFill>
          <a:ln w="19646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Editable diagram shape"/>
          <p:cNvSpPr/>
          <p:nvPr/>
        </p:nvSpPr>
        <p:spPr>
          <a:xfrm>
            <a:off x="6667500" y="3772865"/>
            <a:ext cx="302260" cy="252515"/>
          </a:xfrm>
          <a:custGeom>
            <a:avLst/>
            <a:gdLst/>
            <a:ahLst/>
            <a:cxnLst/>
            <a:rect l="0" t="0" r="r" b="b"/>
            <a:pathLst>
              <a:path w="302260" h="252515">
                <a:moveTo>
                  <a:pt x="0" y="0"/>
                </a:moveTo>
                <a:lnTo>
                  <a:pt x="302260" y="0"/>
                </a:lnTo>
                <a:lnTo>
                  <a:pt x="302260" y="252515"/>
                </a:lnTo>
                <a:lnTo>
                  <a:pt x="0" y="252515"/>
                </a:lnTo>
                <a:close/>
              </a:path>
            </a:pathLst>
          </a:custGeom>
          <a:solidFill>
            <a:srgbClr val="4B928A"/>
          </a:solidFill>
          <a:ln w="19646">
            <a:solidFill>
              <a:srgbClr val="4B92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Editable diagram shape"/>
          <p:cNvSpPr/>
          <p:nvPr/>
        </p:nvSpPr>
        <p:spPr>
          <a:xfrm>
            <a:off x="8783320" y="1143743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D0E3E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Editable diagram shape"/>
          <p:cNvSpPr/>
          <p:nvPr/>
        </p:nvSpPr>
        <p:spPr>
          <a:xfrm>
            <a:off x="8783320" y="1302183"/>
            <a:ext cx="245957" cy="158441"/>
          </a:xfrm>
          <a:custGeom>
            <a:avLst/>
            <a:gdLst/>
            <a:ahLst/>
            <a:cxnLst/>
            <a:rect l="0" t="0" r="r" b="b"/>
            <a:pathLst>
              <a:path w="245957" h="158441">
                <a:moveTo>
                  <a:pt x="0" y="0"/>
                </a:moveTo>
                <a:lnTo>
                  <a:pt x="245957" y="0"/>
                </a:lnTo>
                <a:lnTo>
                  <a:pt x="245957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B9D4D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Editable diagram shape"/>
          <p:cNvSpPr/>
          <p:nvPr/>
        </p:nvSpPr>
        <p:spPr>
          <a:xfrm>
            <a:off x="8783320" y="1460624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A1C6C2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Editable diagram shape"/>
          <p:cNvSpPr/>
          <p:nvPr/>
        </p:nvSpPr>
        <p:spPr>
          <a:xfrm>
            <a:off x="9029277" y="1143743"/>
            <a:ext cx="245956" cy="158440"/>
          </a:xfrm>
          <a:custGeom>
            <a:avLst/>
            <a:gdLst/>
            <a:ahLst/>
            <a:cxnLst/>
            <a:rect l="0" t="0" r="r" b="b"/>
            <a:pathLst>
              <a:path w="245956" h="158440">
                <a:moveTo>
                  <a:pt x="0" y="0"/>
                </a:moveTo>
                <a:lnTo>
                  <a:pt x="245956" y="0"/>
                </a:lnTo>
                <a:lnTo>
                  <a:pt x="245956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A1C6C2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Editable diagram shape"/>
          <p:cNvSpPr/>
          <p:nvPr/>
        </p:nvSpPr>
        <p:spPr>
          <a:xfrm>
            <a:off x="9029277" y="1302183"/>
            <a:ext cx="245956" cy="158441"/>
          </a:xfrm>
          <a:custGeom>
            <a:avLst/>
            <a:gdLst/>
            <a:ahLst/>
            <a:cxnLst/>
            <a:rect l="0" t="0" r="r" b="b"/>
            <a:pathLst>
              <a:path w="245956" h="158441">
                <a:moveTo>
                  <a:pt x="0" y="0"/>
                </a:moveTo>
                <a:lnTo>
                  <a:pt x="245956" y="0"/>
                </a:lnTo>
                <a:lnTo>
                  <a:pt x="245956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8AB8B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Editable diagram shape"/>
          <p:cNvSpPr/>
          <p:nvPr/>
        </p:nvSpPr>
        <p:spPr>
          <a:xfrm>
            <a:off x="9029277" y="1460624"/>
            <a:ext cx="245956" cy="158440"/>
          </a:xfrm>
          <a:custGeom>
            <a:avLst/>
            <a:gdLst/>
            <a:ahLst/>
            <a:cxnLst/>
            <a:rect l="0" t="0" r="r" b="b"/>
            <a:pathLst>
              <a:path w="245956" h="158440">
                <a:moveTo>
                  <a:pt x="0" y="0"/>
                </a:moveTo>
                <a:lnTo>
                  <a:pt x="245956" y="0"/>
                </a:lnTo>
                <a:lnTo>
                  <a:pt x="245956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73AAA4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Editable diagram shape"/>
          <p:cNvSpPr/>
          <p:nvPr/>
        </p:nvSpPr>
        <p:spPr>
          <a:xfrm>
            <a:off x="9275233" y="1143743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73AAA4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Editable diagram shape"/>
          <p:cNvSpPr/>
          <p:nvPr/>
        </p:nvSpPr>
        <p:spPr>
          <a:xfrm>
            <a:off x="9275233" y="1302183"/>
            <a:ext cx="245957" cy="158441"/>
          </a:xfrm>
          <a:custGeom>
            <a:avLst/>
            <a:gdLst/>
            <a:ahLst/>
            <a:cxnLst/>
            <a:rect l="0" t="0" r="r" b="b"/>
            <a:pathLst>
              <a:path w="245957" h="158441">
                <a:moveTo>
                  <a:pt x="0" y="0"/>
                </a:moveTo>
                <a:lnTo>
                  <a:pt x="245957" y="0"/>
                </a:lnTo>
                <a:lnTo>
                  <a:pt x="245957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D0E3E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Editable diagram shape"/>
          <p:cNvSpPr/>
          <p:nvPr/>
        </p:nvSpPr>
        <p:spPr>
          <a:xfrm>
            <a:off x="9275233" y="1460624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B9D4D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Editable diagram shape"/>
          <p:cNvSpPr/>
          <p:nvPr/>
        </p:nvSpPr>
        <p:spPr>
          <a:xfrm>
            <a:off x="9521190" y="1143743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B9D4D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Editable diagram shape"/>
          <p:cNvSpPr/>
          <p:nvPr/>
        </p:nvSpPr>
        <p:spPr>
          <a:xfrm>
            <a:off x="9521190" y="1302183"/>
            <a:ext cx="245957" cy="158441"/>
          </a:xfrm>
          <a:custGeom>
            <a:avLst/>
            <a:gdLst/>
            <a:ahLst/>
            <a:cxnLst/>
            <a:rect l="0" t="0" r="r" b="b"/>
            <a:pathLst>
              <a:path w="245957" h="158441">
                <a:moveTo>
                  <a:pt x="0" y="0"/>
                </a:moveTo>
                <a:lnTo>
                  <a:pt x="245957" y="0"/>
                </a:lnTo>
                <a:lnTo>
                  <a:pt x="245957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A1C6C2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Editable diagram shape"/>
          <p:cNvSpPr/>
          <p:nvPr/>
        </p:nvSpPr>
        <p:spPr>
          <a:xfrm>
            <a:off x="9521190" y="1460624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8AB8B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Editable diagram shape"/>
          <p:cNvSpPr/>
          <p:nvPr/>
        </p:nvSpPr>
        <p:spPr>
          <a:xfrm>
            <a:off x="9767147" y="1143743"/>
            <a:ext cx="245956" cy="158440"/>
          </a:xfrm>
          <a:custGeom>
            <a:avLst/>
            <a:gdLst/>
            <a:ahLst/>
            <a:cxnLst/>
            <a:rect l="0" t="0" r="r" b="b"/>
            <a:pathLst>
              <a:path w="245956" h="158440">
                <a:moveTo>
                  <a:pt x="0" y="0"/>
                </a:moveTo>
                <a:lnTo>
                  <a:pt x="245956" y="0"/>
                </a:lnTo>
                <a:lnTo>
                  <a:pt x="245956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8AB8B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Editable diagram shape"/>
          <p:cNvSpPr/>
          <p:nvPr/>
        </p:nvSpPr>
        <p:spPr>
          <a:xfrm>
            <a:off x="9767147" y="1302183"/>
            <a:ext cx="245956" cy="158441"/>
          </a:xfrm>
          <a:custGeom>
            <a:avLst/>
            <a:gdLst/>
            <a:ahLst/>
            <a:cxnLst/>
            <a:rect l="0" t="0" r="r" b="b"/>
            <a:pathLst>
              <a:path w="245956" h="158441">
                <a:moveTo>
                  <a:pt x="0" y="0"/>
                </a:moveTo>
                <a:lnTo>
                  <a:pt x="245956" y="0"/>
                </a:lnTo>
                <a:lnTo>
                  <a:pt x="245956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73AAA4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Editable diagram shape"/>
          <p:cNvSpPr/>
          <p:nvPr/>
        </p:nvSpPr>
        <p:spPr>
          <a:xfrm>
            <a:off x="9767147" y="1460624"/>
            <a:ext cx="245956" cy="158440"/>
          </a:xfrm>
          <a:custGeom>
            <a:avLst/>
            <a:gdLst/>
            <a:ahLst/>
            <a:cxnLst/>
            <a:rect l="0" t="0" r="r" b="b"/>
            <a:pathLst>
              <a:path w="245956" h="158440">
                <a:moveTo>
                  <a:pt x="0" y="0"/>
                </a:moveTo>
                <a:lnTo>
                  <a:pt x="245956" y="0"/>
                </a:lnTo>
                <a:lnTo>
                  <a:pt x="245956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D0E3E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Editable diagram shape"/>
          <p:cNvSpPr/>
          <p:nvPr/>
        </p:nvSpPr>
        <p:spPr>
          <a:xfrm>
            <a:off x="10013103" y="1143743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D0E3E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Editable diagram shape"/>
          <p:cNvSpPr/>
          <p:nvPr/>
        </p:nvSpPr>
        <p:spPr>
          <a:xfrm>
            <a:off x="10013103" y="1302183"/>
            <a:ext cx="245957" cy="158441"/>
          </a:xfrm>
          <a:custGeom>
            <a:avLst/>
            <a:gdLst/>
            <a:ahLst/>
            <a:cxnLst/>
            <a:rect l="0" t="0" r="r" b="b"/>
            <a:pathLst>
              <a:path w="245957" h="158441">
                <a:moveTo>
                  <a:pt x="0" y="0"/>
                </a:moveTo>
                <a:lnTo>
                  <a:pt x="245957" y="0"/>
                </a:lnTo>
                <a:lnTo>
                  <a:pt x="245957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B9D4D1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Editable diagram shape"/>
          <p:cNvSpPr/>
          <p:nvPr/>
        </p:nvSpPr>
        <p:spPr>
          <a:xfrm>
            <a:off x="10013103" y="1460624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A1C6C2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Editable diagram shape"/>
          <p:cNvSpPr/>
          <p:nvPr/>
        </p:nvSpPr>
        <p:spPr>
          <a:xfrm>
            <a:off x="10899140" y="1143743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E5E6E7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Editable reference hatching"/>
          <p:cNvSpPr/>
          <p:nvPr/>
        </p:nvSpPr>
        <p:spPr>
          <a:xfrm>
            <a:off x="10960155" y="1143743"/>
            <a:ext cx="158441" cy="158440"/>
          </a:xfrm>
          <a:custGeom>
            <a:avLst/>
            <a:gdLst/>
            <a:ahLst/>
            <a:cxnLst/>
            <a:rect l="0" t="0" r="r" b="b"/>
            <a:pathLst>
              <a:path w="158441" h="158440" fill="none">
                <a:moveTo>
                  <a:pt x="0" y="158440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Editable diagram shape"/>
          <p:cNvSpPr/>
          <p:nvPr/>
        </p:nvSpPr>
        <p:spPr>
          <a:xfrm>
            <a:off x="10899140" y="1302183"/>
            <a:ext cx="245957" cy="158441"/>
          </a:xfrm>
          <a:custGeom>
            <a:avLst/>
            <a:gdLst/>
            <a:ahLst/>
            <a:cxnLst/>
            <a:rect l="0" t="0" r="r" b="b"/>
            <a:pathLst>
              <a:path w="245957" h="158441">
                <a:moveTo>
                  <a:pt x="0" y="0"/>
                </a:moveTo>
                <a:lnTo>
                  <a:pt x="245957" y="0"/>
                </a:lnTo>
                <a:lnTo>
                  <a:pt x="245957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D8DADB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Editable reference hatching"/>
          <p:cNvSpPr/>
          <p:nvPr/>
        </p:nvSpPr>
        <p:spPr>
          <a:xfrm>
            <a:off x="10960155" y="1302183"/>
            <a:ext cx="158441" cy="158441"/>
          </a:xfrm>
          <a:custGeom>
            <a:avLst/>
            <a:gdLst/>
            <a:ahLst/>
            <a:cxnLst/>
            <a:rect l="0" t="0" r="r" b="b"/>
            <a:pathLst>
              <a:path w="158441" h="158441" fill="none">
                <a:moveTo>
                  <a:pt x="0" y="158441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Editable diagram shape"/>
          <p:cNvSpPr/>
          <p:nvPr/>
        </p:nvSpPr>
        <p:spPr>
          <a:xfrm>
            <a:off x="10899140" y="1460624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CACDCF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Editable reference hatching"/>
          <p:cNvSpPr/>
          <p:nvPr/>
        </p:nvSpPr>
        <p:spPr>
          <a:xfrm>
            <a:off x="10960155" y="1460624"/>
            <a:ext cx="158441" cy="158440"/>
          </a:xfrm>
          <a:custGeom>
            <a:avLst/>
            <a:gdLst/>
            <a:ahLst/>
            <a:cxnLst/>
            <a:rect l="0" t="0" r="r" b="b"/>
            <a:pathLst>
              <a:path w="158441" h="158440" fill="none">
                <a:moveTo>
                  <a:pt x="0" y="158440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Editable diagram shape"/>
          <p:cNvSpPr/>
          <p:nvPr/>
        </p:nvSpPr>
        <p:spPr>
          <a:xfrm>
            <a:off x="11145097" y="1143743"/>
            <a:ext cx="245956" cy="158440"/>
          </a:xfrm>
          <a:custGeom>
            <a:avLst/>
            <a:gdLst/>
            <a:ahLst/>
            <a:cxnLst/>
            <a:rect l="0" t="0" r="r" b="b"/>
            <a:pathLst>
              <a:path w="245956" h="158440">
                <a:moveTo>
                  <a:pt x="0" y="0"/>
                </a:moveTo>
                <a:lnTo>
                  <a:pt x="245956" y="0"/>
                </a:lnTo>
                <a:lnTo>
                  <a:pt x="245956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CACDCF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Editable reference hatching"/>
          <p:cNvSpPr/>
          <p:nvPr/>
        </p:nvSpPr>
        <p:spPr>
          <a:xfrm>
            <a:off x="11206112" y="1143743"/>
            <a:ext cx="158441" cy="158440"/>
          </a:xfrm>
          <a:custGeom>
            <a:avLst/>
            <a:gdLst/>
            <a:ahLst/>
            <a:cxnLst/>
            <a:rect l="0" t="0" r="r" b="b"/>
            <a:pathLst>
              <a:path w="158441" h="158440" fill="none">
                <a:moveTo>
                  <a:pt x="0" y="158440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Editable diagram shape"/>
          <p:cNvSpPr/>
          <p:nvPr/>
        </p:nvSpPr>
        <p:spPr>
          <a:xfrm>
            <a:off x="11145097" y="1302183"/>
            <a:ext cx="245956" cy="158441"/>
          </a:xfrm>
          <a:custGeom>
            <a:avLst/>
            <a:gdLst/>
            <a:ahLst/>
            <a:cxnLst/>
            <a:rect l="0" t="0" r="r" b="b"/>
            <a:pathLst>
              <a:path w="245956" h="158441">
                <a:moveTo>
                  <a:pt x="0" y="0"/>
                </a:moveTo>
                <a:lnTo>
                  <a:pt x="245956" y="0"/>
                </a:lnTo>
                <a:lnTo>
                  <a:pt x="245956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BDC1C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Editable reference hatching"/>
          <p:cNvSpPr/>
          <p:nvPr/>
        </p:nvSpPr>
        <p:spPr>
          <a:xfrm>
            <a:off x="11206112" y="1302183"/>
            <a:ext cx="158441" cy="158441"/>
          </a:xfrm>
          <a:custGeom>
            <a:avLst/>
            <a:gdLst/>
            <a:ahLst/>
            <a:cxnLst/>
            <a:rect l="0" t="0" r="r" b="b"/>
            <a:pathLst>
              <a:path w="158441" h="158441" fill="none">
                <a:moveTo>
                  <a:pt x="0" y="158441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Editable diagram shape"/>
          <p:cNvSpPr/>
          <p:nvPr/>
        </p:nvSpPr>
        <p:spPr>
          <a:xfrm>
            <a:off x="11145097" y="1460624"/>
            <a:ext cx="245956" cy="158440"/>
          </a:xfrm>
          <a:custGeom>
            <a:avLst/>
            <a:gdLst/>
            <a:ahLst/>
            <a:cxnLst/>
            <a:rect l="0" t="0" r="r" b="b"/>
            <a:pathLst>
              <a:path w="245956" h="158440">
                <a:moveTo>
                  <a:pt x="0" y="0"/>
                </a:moveTo>
                <a:lnTo>
                  <a:pt x="245956" y="0"/>
                </a:lnTo>
                <a:lnTo>
                  <a:pt x="245956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B0B4B6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Editable reference hatching"/>
          <p:cNvSpPr/>
          <p:nvPr/>
        </p:nvSpPr>
        <p:spPr>
          <a:xfrm>
            <a:off x="11206112" y="1460624"/>
            <a:ext cx="158441" cy="158440"/>
          </a:xfrm>
          <a:custGeom>
            <a:avLst/>
            <a:gdLst/>
            <a:ahLst/>
            <a:cxnLst/>
            <a:rect l="0" t="0" r="r" b="b"/>
            <a:pathLst>
              <a:path w="158441" h="158440" fill="none">
                <a:moveTo>
                  <a:pt x="0" y="158440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Editable diagram shape"/>
          <p:cNvSpPr/>
          <p:nvPr/>
        </p:nvSpPr>
        <p:spPr>
          <a:xfrm>
            <a:off x="11391053" y="1143743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B0B4B6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Editable reference hatching"/>
          <p:cNvSpPr/>
          <p:nvPr/>
        </p:nvSpPr>
        <p:spPr>
          <a:xfrm>
            <a:off x="11452069" y="1143743"/>
            <a:ext cx="158440" cy="158440"/>
          </a:xfrm>
          <a:custGeom>
            <a:avLst/>
            <a:gdLst/>
            <a:ahLst/>
            <a:cxnLst/>
            <a:rect l="0" t="0" r="r" b="b"/>
            <a:pathLst>
              <a:path w="158440" h="158440" fill="none">
                <a:moveTo>
                  <a:pt x="0" y="158440"/>
                </a:moveTo>
                <a:lnTo>
                  <a:pt x="158440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Editable diagram shape"/>
          <p:cNvSpPr/>
          <p:nvPr/>
        </p:nvSpPr>
        <p:spPr>
          <a:xfrm>
            <a:off x="11391053" y="1302183"/>
            <a:ext cx="245957" cy="158441"/>
          </a:xfrm>
          <a:custGeom>
            <a:avLst/>
            <a:gdLst/>
            <a:ahLst/>
            <a:cxnLst/>
            <a:rect l="0" t="0" r="r" b="b"/>
            <a:pathLst>
              <a:path w="245957" h="158441">
                <a:moveTo>
                  <a:pt x="0" y="0"/>
                </a:moveTo>
                <a:lnTo>
                  <a:pt x="245957" y="0"/>
                </a:lnTo>
                <a:lnTo>
                  <a:pt x="245957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E5E6E7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Editable reference hatching"/>
          <p:cNvSpPr/>
          <p:nvPr/>
        </p:nvSpPr>
        <p:spPr>
          <a:xfrm>
            <a:off x="11452069" y="1302183"/>
            <a:ext cx="158440" cy="158441"/>
          </a:xfrm>
          <a:custGeom>
            <a:avLst/>
            <a:gdLst/>
            <a:ahLst/>
            <a:cxnLst/>
            <a:rect l="0" t="0" r="r" b="b"/>
            <a:pathLst>
              <a:path w="158440" h="158441" fill="none">
                <a:moveTo>
                  <a:pt x="0" y="158441"/>
                </a:moveTo>
                <a:lnTo>
                  <a:pt x="158440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Editable diagram shape"/>
          <p:cNvSpPr/>
          <p:nvPr/>
        </p:nvSpPr>
        <p:spPr>
          <a:xfrm>
            <a:off x="11391053" y="1460624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D8DADB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Editable reference hatching"/>
          <p:cNvSpPr/>
          <p:nvPr/>
        </p:nvSpPr>
        <p:spPr>
          <a:xfrm>
            <a:off x="11452069" y="1460624"/>
            <a:ext cx="158440" cy="158440"/>
          </a:xfrm>
          <a:custGeom>
            <a:avLst/>
            <a:gdLst/>
            <a:ahLst/>
            <a:cxnLst/>
            <a:rect l="0" t="0" r="r" b="b"/>
            <a:pathLst>
              <a:path w="158440" h="158440" fill="none">
                <a:moveTo>
                  <a:pt x="0" y="158440"/>
                </a:moveTo>
                <a:lnTo>
                  <a:pt x="158440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Editable diagram shape"/>
          <p:cNvSpPr/>
          <p:nvPr/>
        </p:nvSpPr>
        <p:spPr>
          <a:xfrm>
            <a:off x="11637010" y="1143743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D8DADB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Editable reference hatching"/>
          <p:cNvSpPr/>
          <p:nvPr/>
        </p:nvSpPr>
        <p:spPr>
          <a:xfrm>
            <a:off x="11698025" y="1143743"/>
            <a:ext cx="158441" cy="158440"/>
          </a:xfrm>
          <a:custGeom>
            <a:avLst/>
            <a:gdLst/>
            <a:ahLst/>
            <a:cxnLst/>
            <a:rect l="0" t="0" r="r" b="b"/>
            <a:pathLst>
              <a:path w="158441" h="158440" fill="none">
                <a:moveTo>
                  <a:pt x="0" y="158440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Editable diagram shape"/>
          <p:cNvSpPr/>
          <p:nvPr/>
        </p:nvSpPr>
        <p:spPr>
          <a:xfrm>
            <a:off x="11637010" y="1302183"/>
            <a:ext cx="245957" cy="158441"/>
          </a:xfrm>
          <a:custGeom>
            <a:avLst/>
            <a:gdLst/>
            <a:ahLst/>
            <a:cxnLst/>
            <a:rect l="0" t="0" r="r" b="b"/>
            <a:pathLst>
              <a:path w="245957" h="158441">
                <a:moveTo>
                  <a:pt x="0" y="0"/>
                </a:moveTo>
                <a:lnTo>
                  <a:pt x="245957" y="0"/>
                </a:lnTo>
                <a:lnTo>
                  <a:pt x="245957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CACDCF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Editable reference hatching"/>
          <p:cNvSpPr/>
          <p:nvPr/>
        </p:nvSpPr>
        <p:spPr>
          <a:xfrm>
            <a:off x="11698025" y="1302183"/>
            <a:ext cx="158441" cy="158441"/>
          </a:xfrm>
          <a:custGeom>
            <a:avLst/>
            <a:gdLst/>
            <a:ahLst/>
            <a:cxnLst/>
            <a:rect l="0" t="0" r="r" b="b"/>
            <a:pathLst>
              <a:path w="158441" h="158441" fill="none">
                <a:moveTo>
                  <a:pt x="0" y="158441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Editable diagram shape"/>
          <p:cNvSpPr/>
          <p:nvPr/>
        </p:nvSpPr>
        <p:spPr>
          <a:xfrm>
            <a:off x="11637010" y="1460624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BDC1C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Editable reference hatching"/>
          <p:cNvSpPr/>
          <p:nvPr/>
        </p:nvSpPr>
        <p:spPr>
          <a:xfrm>
            <a:off x="11698025" y="1460624"/>
            <a:ext cx="158441" cy="158440"/>
          </a:xfrm>
          <a:custGeom>
            <a:avLst/>
            <a:gdLst/>
            <a:ahLst/>
            <a:cxnLst/>
            <a:rect l="0" t="0" r="r" b="b"/>
            <a:pathLst>
              <a:path w="158441" h="158440" fill="none">
                <a:moveTo>
                  <a:pt x="0" y="158440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Editable diagram shape"/>
          <p:cNvSpPr/>
          <p:nvPr/>
        </p:nvSpPr>
        <p:spPr>
          <a:xfrm>
            <a:off x="11882967" y="1143743"/>
            <a:ext cx="245956" cy="158440"/>
          </a:xfrm>
          <a:custGeom>
            <a:avLst/>
            <a:gdLst/>
            <a:ahLst/>
            <a:cxnLst/>
            <a:rect l="0" t="0" r="r" b="b"/>
            <a:pathLst>
              <a:path w="245956" h="158440">
                <a:moveTo>
                  <a:pt x="0" y="0"/>
                </a:moveTo>
                <a:lnTo>
                  <a:pt x="245956" y="0"/>
                </a:lnTo>
                <a:lnTo>
                  <a:pt x="245956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BDC1C3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Editable reference hatching"/>
          <p:cNvSpPr/>
          <p:nvPr/>
        </p:nvSpPr>
        <p:spPr>
          <a:xfrm>
            <a:off x="11943982" y="1143743"/>
            <a:ext cx="158441" cy="158440"/>
          </a:xfrm>
          <a:custGeom>
            <a:avLst/>
            <a:gdLst/>
            <a:ahLst/>
            <a:cxnLst/>
            <a:rect l="0" t="0" r="r" b="b"/>
            <a:pathLst>
              <a:path w="158441" h="158440" fill="none">
                <a:moveTo>
                  <a:pt x="0" y="158440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Editable diagram shape"/>
          <p:cNvSpPr/>
          <p:nvPr/>
        </p:nvSpPr>
        <p:spPr>
          <a:xfrm>
            <a:off x="11882967" y="1302183"/>
            <a:ext cx="245956" cy="158441"/>
          </a:xfrm>
          <a:custGeom>
            <a:avLst/>
            <a:gdLst/>
            <a:ahLst/>
            <a:cxnLst/>
            <a:rect l="0" t="0" r="r" b="b"/>
            <a:pathLst>
              <a:path w="245956" h="158441">
                <a:moveTo>
                  <a:pt x="0" y="0"/>
                </a:moveTo>
                <a:lnTo>
                  <a:pt x="245956" y="0"/>
                </a:lnTo>
                <a:lnTo>
                  <a:pt x="245956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B0B4B6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Editable reference hatching"/>
          <p:cNvSpPr/>
          <p:nvPr/>
        </p:nvSpPr>
        <p:spPr>
          <a:xfrm>
            <a:off x="11943982" y="1302183"/>
            <a:ext cx="158441" cy="158441"/>
          </a:xfrm>
          <a:custGeom>
            <a:avLst/>
            <a:gdLst/>
            <a:ahLst/>
            <a:cxnLst/>
            <a:rect l="0" t="0" r="r" b="b"/>
            <a:pathLst>
              <a:path w="158441" h="158441" fill="none">
                <a:moveTo>
                  <a:pt x="0" y="158441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Editable diagram shape"/>
          <p:cNvSpPr/>
          <p:nvPr/>
        </p:nvSpPr>
        <p:spPr>
          <a:xfrm>
            <a:off x="11882967" y="1460624"/>
            <a:ext cx="245956" cy="158440"/>
          </a:xfrm>
          <a:custGeom>
            <a:avLst/>
            <a:gdLst/>
            <a:ahLst/>
            <a:cxnLst/>
            <a:rect l="0" t="0" r="r" b="b"/>
            <a:pathLst>
              <a:path w="245956" h="158440">
                <a:moveTo>
                  <a:pt x="0" y="0"/>
                </a:moveTo>
                <a:lnTo>
                  <a:pt x="245956" y="0"/>
                </a:lnTo>
                <a:lnTo>
                  <a:pt x="245956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E5E6E7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Editable reference hatching"/>
          <p:cNvSpPr/>
          <p:nvPr/>
        </p:nvSpPr>
        <p:spPr>
          <a:xfrm>
            <a:off x="11943982" y="1460624"/>
            <a:ext cx="158441" cy="158440"/>
          </a:xfrm>
          <a:custGeom>
            <a:avLst/>
            <a:gdLst/>
            <a:ahLst/>
            <a:cxnLst/>
            <a:rect l="0" t="0" r="r" b="b"/>
            <a:pathLst>
              <a:path w="158441" h="158440" fill="none">
                <a:moveTo>
                  <a:pt x="0" y="158440"/>
                </a:moveTo>
                <a:lnTo>
                  <a:pt x="158441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Editable diagram shape"/>
          <p:cNvSpPr/>
          <p:nvPr/>
        </p:nvSpPr>
        <p:spPr>
          <a:xfrm>
            <a:off x="12128923" y="1143743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E5E6E7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Editable reference hatching"/>
          <p:cNvSpPr/>
          <p:nvPr/>
        </p:nvSpPr>
        <p:spPr>
          <a:xfrm>
            <a:off x="12128923" y="1143743"/>
            <a:ext cx="219456" cy="158440"/>
          </a:xfrm>
          <a:custGeom>
            <a:avLst/>
            <a:gdLst/>
            <a:ahLst/>
            <a:cxnLst/>
            <a:rect l="0" t="0" r="r" b="b"/>
            <a:pathLst>
              <a:path w="219456" h="158440" fill="none">
                <a:moveTo>
                  <a:pt x="0" y="0"/>
                </a:moveTo>
                <a:lnTo>
                  <a:pt x="0" y="0"/>
                </a:lnTo>
              </a:path>
              <a:path w="219456" h="158440" fill="none">
                <a:moveTo>
                  <a:pt x="61016" y="158440"/>
                </a:moveTo>
                <a:lnTo>
                  <a:pt x="219456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Editable diagram shape"/>
          <p:cNvSpPr/>
          <p:nvPr/>
        </p:nvSpPr>
        <p:spPr>
          <a:xfrm>
            <a:off x="12128923" y="1302183"/>
            <a:ext cx="245957" cy="158441"/>
          </a:xfrm>
          <a:custGeom>
            <a:avLst/>
            <a:gdLst/>
            <a:ahLst/>
            <a:cxnLst/>
            <a:rect l="0" t="0" r="r" b="b"/>
            <a:pathLst>
              <a:path w="245957" h="158441">
                <a:moveTo>
                  <a:pt x="0" y="0"/>
                </a:moveTo>
                <a:lnTo>
                  <a:pt x="245957" y="0"/>
                </a:lnTo>
                <a:lnTo>
                  <a:pt x="245957" y="158441"/>
                </a:lnTo>
                <a:lnTo>
                  <a:pt x="0" y="158441"/>
                </a:lnTo>
                <a:close/>
              </a:path>
            </a:pathLst>
          </a:custGeom>
          <a:solidFill>
            <a:srgbClr val="D8DADB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Editable reference hatching"/>
          <p:cNvSpPr/>
          <p:nvPr/>
        </p:nvSpPr>
        <p:spPr>
          <a:xfrm>
            <a:off x="12128923" y="1302183"/>
            <a:ext cx="219456" cy="158441"/>
          </a:xfrm>
          <a:custGeom>
            <a:avLst/>
            <a:gdLst/>
            <a:ahLst/>
            <a:cxnLst/>
            <a:rect l="0" t="0" r="r" b="b"/>
            <a:pathLst>
              <a:path w="219456" h="158441" fill="none">
                <a:moveTo>
                  <a:pt x="0" y="0"/>
                </a:moveTo>
                <a:lnTo>
                  <a:pt x="0" y="0"/>
                </a:lnTo>
              </a:path>
              <a:path w="219456" h="158441" fill="none">
                <a:moveTo>
                  <a:pt x="61016" y="158441"/>
                </a:moveTo>
                <a:lnTo>
                  <a:pt x="219456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Editable diagram shape"/>
          <p:cNvSpPr/>
          <p:nvPr/>
        </p:nvSpPr>
        <p:spPr>
          <a:xfrm>
            <a:off x="12128923" y="1460624"/>
            <a:ext cx="245957" cy="158440"/>
          </a:xfrm>
          <a:custGeom>
            <a:avLst/>
            <a:gdLst/>
            <a:ahLst/>
            <a:cxnLst/>
            <a:rect l="0" t="0" r="r" b="b"/>
            <a:pathLst>
              <a:path w="245957" h="158440">
                <a:moveTo>
                  <a:pt x="0" y="0"/>
                </a:moveTo>
                <a:lnTo>
                  <a:pt x="245957" y="0"/>
                </a:lnTo>
                <a:lnTo>
                  <a:pt x="245957" y="158440"/>
                </a:lnTo>
                <a:lnTo>
                  <a:pt x="0" y="158440"/>
                </a:lnTo>
                <a:close/>
              </a:path>
            </a:pathLst>
          </a:custGeom>
          <a:solidFill>
            <a:srgbClr val="CACDCF"/>
          </a:solidFill>
          <a:ln w="8089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Editable reference hatching"/>
          <p:cNvSpPr/>
          <p:nvPr/>
        </p:nvSpPr>
        <p:spPr>
          <a:xfrm>
            <a:off x="12128923" y="1460624"/>
            <a:ext cx="219456" cy="158440"/>
          </a:xfrm>
          <a:custGeom>
            <a:avLst/>
            <a:gdLst/>
            <a:ahLst/>
            <a:cxnLst/>
            <a:rect l="0" t="0" r="r" b="b"/>
            <a:pathLst>
              <a:path w="219456" h="158440" fill="none">
                <a:moveTo>
                  <a:pt x="0" y="0"/>
                </a:moveTo>
                <a:lnTo>
                  <a:pt x="0" y="0"/>
                </a:lnTo>
              </a:path>
              <a:path w="219456" h="158440" fill="none">
                <a:moveTo>
                  <a:pt x="61016" y="158440"/>
                </a:moveTo>
                <a:lnTo>
                  <a:pt x="219456" y="0"/>
                </a:lnTo>
              </a:path>
            </a:pathLst>
          </a:custGeom>
          <a:noFill/>
          <a:ln w="1143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Editable diagram shape"/>
          <p:cNvSpPr/>
          <p:nvPr/>
        </p:nvSpPr>
        <p:spPr>
          <a:xfrm>
            <a:off x="9192260" y="2510292"/>
            <a:ext cx="373380" cy="356492"/>
          </a:xfrm>
          <a:custGeom>
            <a:avLst/>
            <a:gdLst/>
            <a:ahLst/>
            <a:cxnLst/>
            <a:rect l="0" t="0" r="r" b="b"/>
            <a:pathLst>
              <a:path w="373380" h="356492">
                <a:moveTo>
                  <a:pt x="0" y="0"/>
                </a:moveTo>
                <a:lnTo>
                  <a:pt x="373380" y="0"/>
                </a:lnTo>
                <a:lnTo>
                  <a:pt x="373380" y="356492"/>
                </a:lnTo>
                <a:lnTo>
                  <a:pt x="0" y="356492"/>
                </a:lnTo>
                <a:close/>
              </a:path>
            </a:pathLst>
          </a:custGeom>
          <a:solidFill>
            <a:srgbClr val="E1E3E3"/>
          </a:solidFill>
          <a:ln w="18491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Editable reference hatching"/>
          <p:cNvSpPr/>
          <p:nvPr/>
        </p:nvSpPr>
        <p:spPr>
          <a:xfrm>
            <a:off x="9192260" y="2510292"/>
            <a:ext cx="373380" cy="356492"/>
          </a:xfrm>
          <a:custGeom>
            <a:avLst/>
            <a:gdLst/>
            <a:ahLst/>
            <a:cxnLst/>
            <a:rect l="0" t="0" r="r" b="b"/>
            <a:pathLst>
              <a:path w="373380" h="356492" fill="none">
                <a:moveTo>
                  <a:pt x="0" y="219456"/>
                </a:moveTo>
                <a:lnTo>
                  <a:pt x="219456" y="0"/>
                </a:lnTo>
              </a:path>
              <a:path w="373380" h="356492" fill="none">
                <a:moveTo>
                  <a:pt x="82421" y="356492"/>
                </a:moveTo>
                <a:lnTo>
                  <a:pt x="373380" y="65532"/>
                </a:lnTo>
              </a:path>
              <a:path w="373380" h="356492" fill="none">
                <a:moveTo>
                  <a:pt x="301877" y="356492"/>
                </a:moveTo>
                <a:lnTo>
                  <a:pt x="373380" y="284988"/>
                </a:lnTo>
              </a:path>
            </a:pathLst>
          </a:custGeom>
          <a:noFill/>
          <a:ln w="11430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Editable diagram shape"/>
          <p:cNvSpPr/>
          <p:nvPr/>
        </p:nvSpPr>
        <p:spPr>
          <a:xfrm>
            <a:off x="9690100" y="2510292"/>
            <a:ext cx="373380" cy="356492"/>
          </a:xfrm>
          <a:custGeom>
            <a:avLst/>
            <a:gdLst/>
            <a:ahLst/>
            <a:cxnLst/>
            <a:rect l="0" t="0" r="r" b="b"/>
            <a:pathLst>
              <a:path w="373380" h="356492">
                <a:moveTo>
                  <a:pt x="0" y="0"/>
                </a:moveTo>
                <a:lnTo>
                  <a:pt x="373380" y="0"/>
                </a:lnTo>
                <a:lnTo>
                  <a:pt x="373380" y="356492"/>
                </a:lnTo>
                <a:lnTo>
                  <a:pt x="0" y="356492"/>
                </a:lnTo>
                <a:close/>
              </a:path>
            </a:pathLst>
          </a:custGeom>
          <a:solidFill>
            <a:srgbClr val="81B3AD"/>
          </a:solidFill>
          <a:ln w="18491">
            <a:solidFill>
              <a:srgbClr val="4B92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Editable diagram shape"/>
          <p:cNvSpPr/>
          <p:nvPr/>
        </p:nvSpPr>
        <p:spPr>
          <a:xfrm>
            <a:off x="10187940" y="2510292"/>
            <a:ext cx="373380" cy="356492"/>
          </a:xfrm>
          <a:custGeom>
            <a:avLst/>
            <a:gdLst/>
            <a:ahLst/>
            <a:cxnLst/>
            <a:rect l="0" t="0" r="r" b="b"/>
            <a:pathLst>
              <a:path w="373380" h="356492">
                <a:moveTo>
                  <a:pt x="0" y="0"/>
                </a:moveTo>
                <a:lnTo>
                  <a:pt x="373380" y="0"/>
                </a:lnTo>
                <a:lnTo>
                  <a:pt x="373380" y="356492"/>
                </a:lnTo>
                <a:lnTo>
                  <a:pt x="0" y="356492"/>
                </a:lnTo>
                <a:close/>
              </a:path>
            </a:pathLst>
          </a:custGeom>
          <a:solidFill>
            <a:srgbClr val="81B3AD"/>
          </a:solidFill>
          <a:ln w="18491">
            <a:solidFill>
              <a:srgbClr val="4B92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Editable diagram shape"/>
          <p:cNvSpPr/>
          <p:nvPr/>
        </p:nvSpPr>
        <p:spPr>
          <a:xfrm>
            <a:off x="10685780" y="2510292"/>
            <a:ext cx="373380" cy="356492"/>
          </a:xfrm>
          <a:custGeom>
            <a:avLst/>
            <a:gdLst/>
            <a:ahLst/>
            <a:cxnLst/>
            <a:rect l="0" t="0" r="r" b="b"/>
            <a:pathLst>
              <a:path w="373380" h="356492">
                <a:moveTo>
                  <a:pt x="0" y="0"/>
                </a:moveTo>
                <a:lnTo>
                  <a:pt x="373380" y="0"/>
                </a:lnTo>
                <a:lnTo>
                  <a:pt x="373380" y="356492"/>
                </a:lnTo>
                <a:lnTo>
                  <a:pt x="0" y="356492"/>
                </a:lnTo>
                <a:close/>
              </a:path>
            </a:pathLst>
          </a:custGeom>
          <a:solidFill>
            <a:srgbClr val="E1E3E3"/>
          </a:solidFill>
          <a:ln w="18491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Editable reference hatching"/>
          <p:cNvSpPr/>
          <p:nvPr/>
        </p:nvSpPr>
        <p:spPr>
          <a:xfrm>
            <a:off x="10685780" y="2510292"/>
            <a:ext cx="373380" cy="356492"/>
          </a:xfrm>
          <a:custGeom>
            <a:avLst/>
            <a:gdLst/>
            <a:ahLst/>
            <a:cxnLst/>
            <a:rect l="0" t="0" r="r" b="b"/>
            <a:pathLst>
              <a:path w="373380" h="356492" fill="none">
                <a:moveTo>
                  <a:pt x="0" y="219456"/>
                </a:moveTo>
                <a:lnTo>
                  <a:pt x="219456" y="0"/>
                </a:lnTo>
              </a:path>
              <a:path w="373380" h="356492" fill="none">
                <a:moveTo>
                  <a:pt x="82421" y="356492"/>
                </a:moveTo>
                <a:lnTo>
                  <a:pt x="373380" y="65532"/>
                </a:lnTo>
              </a:path>
              <a:path w="373380" h="356492" fill="none">
                <a:moveTo>
                  <a:pt x="301877" y="356492"/>
                </a:moveTo>
                <a:lnTo>
                  <a:pt x="373380" y="284988"/>
                </a:lnTo>
              </a:path>
            </a:pathLst>
          </a:custGeom>
          <a:noFill/>
          <a:ln w="11430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Editable diagram shape"/>
          <p:cNvSpPr/>
          <p:nvPr/>
        </p:nvSpPr>
        <p:spPr>
          <a:xfrm>
            <a:off x="11183620" y="2510292"/>
            <a:ext cx="373380" cy="356492"/>
          </a:xfrm>
          <a:custGeom>
            <a:avLst/>
            <a:gdLst/>
            <a:ahLst/>
            <a:cxnLst/>
            <a:rect l="0" t="0" r="r" b="b"/>
            <a:pathLst>
              <a:path w="373380" h="356492">
                <a:moveTo>
                  <a:pt x="0" y="0"/>
                </a:moveTo>
                <a:lnTo>
                  <a:pt x="373380" y="0"/>
                </a:lnTo>
                <a:lnTo>
                  <a:pt x="373380" y="356492"/>
                </a:lnTo>
                <a:lnTo>
                  <a:pt x="0" y="356492"/>
                </a:lnTo>
                <a:close/>
              </a:path>
            </a:pathLst>
          </a:custGeom>
          <a:solidFill>
            <a:srgbClr val="E1E3E3"/>
          </a:solidFill>
          <a:ln w="18491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Editable reference hatching"/>
          <p:cNvSpPr/>
          <p:nvPr/>
        </p:nvSpPr>
        <p:spPr>
          <a:xfrm>
            <a:off x="11183620" y="2510292"/>
            <a:ext cx="373380" cy="356492"/>
          </a:xfrm>
          <a:custGeom>
            <a:avLst/>
            <a:gdLst/>
            <a:ahLst/>
            <a:cxnLst/>
            <a:rect l="0" t="0" r="r" b="b"/>
            <a:pathLst>
              <a:path w="373380" h="356492" fill="none">
                <a:moveTo>
                  <a:pt x="0" y="219456"/>
                </a:moveTo>
                <a:lnTo>
                  <a:pt x="219456" y="0"/>
                </a:lnTo>
              </a:path>
              <a:path w="373380" h="356492" fill="none">
                <a:moveTo>
                  <a:pt x="82421" y="356492"/>
                </a:moveTo>
                <a:lnTo>
                  <a:pt x="373380" y="65532"/>
                </a:lnTo>
              </a:path>
              <a:path w="373380" h="356492" fill="none">
                <a:moveTo>
                  <a:pt x="301877" y="356492"/>
                </a:moveTo>
                <a:lnTo>
                  <a:pt x="373380" y="284988"/>
                </a:lnTo>
              </a:path>
            </a:pathLst>
          </a:custGeom>
          <a:noFill/>
          <a:ln w="11430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Editable diagram shape"/>
          <p:cNvSpPr/>
          <p:nvPr/>
        </p:nvSpPr>
        <p:spPr>
          <a:xfrm>
            <a:off x="11681460" y="2510292"/>
            <a:ext cx="373380" cy="356492"/>
          </a:xfrm>
          <a:custGeom>
            <a:avLst/>
            <a:gdLst/>
            <a:ahLst/>
            <a:cxnLst/>
            <a:rect l="0" t="0" r="r" b="b"/>
            <a:pathLst>
              <a:path w="373380" h="356492">
                <a:moveTo>
                  <a:pt x="0" y="0"/>
                </a:moveTo>
                <a:lnTo>
                  <a:pt x="373380" y="0"/>
                </a:lnTo>
                <a:lnTo>
                  <a:pt x="373380" y="356492"/>
                </a:lnTo>
                <a:lnTo>
                  <a:pt x="0" y="356492"/>
                </a:lnTo>
                <a:close/>
              </a:path>
            </a:pathLst>
          </a:custGeom>
          <a:solidFill>
            <a:srgbClr val="81B3AD"/>
          </a:solidFill>
          <a:ln w="18491">
            <a:solidFill>
              <a:srgbClr val="4B92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Editable diagram shape"/>
          <p:cNvSpPr/>
          <p:nvPr/>
        </p:nvSpPr>
        <p:spPr>
          <a:xfrm>
            <a:off x="2489200" y="1812164"/>
            <a:ext cx="551180" cy="401052"/>
          </a:xfrm>
          <a:custGeom>
            <a:avLst/>
            <a:gdLst/>
            <a:ahLst/>
            <a:cxnLst/>
            <a:rect l="0" t="0" r="r" b="b"/>
            <a:pathLst>
              <a:path w="551180" h="401052" fill="none">
                <a:moveTo>
                  <a:pt x="0" y="0"/>
                </a:moveTo>
                <a:lnTo>
                  <a:pt x="551180" y="0"/>
                </a:lnTo>
                <a:lnTo>
                  <a:pt x="551180" y="401052"/>
                </a:lnTo>
                <a:lnTo>
                  <a:pt x="0" y="401052"/>
                </a:lnTo>
                <a:close/>
              </a:path>
            </a:pathLst>
          </a:custGeom>
          <a:noFill/>
          <a:ln w="16179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Editable diagram shape"/>
          <p:cNvSpPr/>
          <p:nvPr/>
        </p:nvSpPr>
        <p:spPr>
          <a:xfrm>
            <a:off x="2489200" y="3000468"/>
            <a:ext cx="551180" cy="401052"/>
          </a:xfrm>
          <a:custGeom>
            <a:avLst/>
            <a:gdLst/>
            <a:ahLst/>
            <a:cxnLst/>
            <a:rect l="0" t="0" r="r" b="b"/>
            <a:pathLst>
              <a:path w="551180" h="401052" fill="none">
                <a:moveTo>
                  <a:pt x="0" y="0"/>
                </a:moveTo>
                <a:lnTo>
                  <a:pt x="551180" y="0"/>
                </a:lnTo>
                <a:lnTo>
                  <a:pt x="551180" y="401052"/>
                </a:lnTo>
                <a:lnTo>
                  <a:pt x="0" y="401052"/>
                </a:lnTo>
                <a:close/>
              </a:path>
            </a:pathLst>
          </a:custGeom>
          <a:noFill/>
          <a:ln w="16179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Editable diagram shape"/>
          <p:cNvSpPr/>
          <p:nvPr/>
        </p:nvSpPr>
        <p:spPr>
          <a:xfrm>
            <a:off x="4036060" y="1359123"/>
            <a:ext cx="88900" cy="200526"/>
          </a:xfrm>
          <a:custGeom>
            <a:avLst/>
            <a:gdLst/>
            <a:ahLst/>
            <a:cxnLst/>
            <a:rect l="0" t="0" r="r" b="b"/>
            <a:pathLst>
              <a:path w="88900" h="200526">
                <a:moveTo>
                  <a:pt x="0" y="0"/>
                </a:moveTo>
                <a:lnTo>
                  <a:pt x="88900" y="0"/>
                </a:lnTo>
                <a:lnTo>
                  <a:pt x="88900" y="200526"/>
                </a:lnTo>
                <a:lnTo>
                  <a:pt x="0" y="200526"/>
                </a:lnTo>
                <a:close/>
              </a:path>
            </a:pathLst>
          </a:custGeom>
          <a:solidFill>
            <a:srgbClr val="629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Editable diagram shape"/>
          <p:cNvSpPr/>
          <p:nvPr/>
        </p:nvSpPr>
        <p:spPr>
          <a:xfrm>
            <a:off x="4284980" y="1497263"/>
            <a:ext cx="88900" cy="62386"/>
          </a:xfrm>
          <a:custGeom>
            <a:avLst/>
            <a:gdLst/>
            <a:ahLst/>
            <a:cxnLst/>
            <a:rect l="0" t="0" r="r" b="b"/>
            <a:pathLst>
              <a:path w="88900" h="62386">
                <a:moveTo>
                  <a:pt x="0" y="0"/>
                </a:moveTo>
                <a:lnTo>
                  <a:pt x="88900" y="0"/>
                </a:lnTo>
                <a:lnTo>
                  <a:pt x="88900" y="62386"/>
                </a:lnTo>
                <a:lnTo>
                  <a:pt x="0" y="62386"/>
                </a:lnTo>
                <a:close/>
              </a:path>
            </a:pathLst>
          </a:custGeom>
          <a:solidFill>
            <a:srgbClr val="D9BA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Editable diagram shape"/>
          <p:cNvSpPr/>
          <p:nvPr/>
        </p:nvSpPr>
        <p:spPr>
          <a:xfrm>
            <a:off x="4533900" y="1414825"/>
            <a:ext cx="88900" cy="144824"/>
          </a:xfrm>
          <a:custGeom>
            <a:avLst/>
            <a:gdLst/>
            <a:ahLst/>
            <a:cxnLst/>
            <a:rect l="0" t="0" r="r" b="b"/>
            <a:pathLst>
              <a:path w="88900" h="144824">
                <a:moveTo>
                  <a:pt x="0" y="0"/>
                </a:moveTo>
                <a:lnTo>
                  <a:pt x="88900" y="0"/>
                </a:lnTo>
                <a:lnTo>
                  <a:pt x="88900" y="144824"/>
                </a:lnTo>
                <a:lnTo>
                  <a:pt x="0" y="144824"/>
                </a:lnTo>
                <a:close/>
              </a:path>
            </a:pathLst>
          </a:custGeom>
          <a:solidFill>
            <a:srgbClr val="86A0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Editable diagram shape"/>
          <p:cNvSpPr/>
          <p:nvPr/>
        </p:nvSpPr>
        <p:spPr>
          <a:xfrm>
            <a:off x="4782820" y="1515088"/>
            <a:ext cx="88900" cy="44561"/>
          </a:xfrm>
          <a:custGeom>
            <a:avLst/>
            <a:gdLst/>
            <a:ahLst/>
            <a:cxnLst/>
            <a:rect l="0" t="0" r="r" b="b"/>
            <a:pathLst>
              <a:path w="88900" h="44561">
                <a:moveTo>
                  <a:pt x="0" y="0"/>
                </a:moveTo>
                <a:lnTo>
                  <a:pt x="88900" y="0"/>
                </a:lnTo>
                <a:lnTo>
                  <a:pt x="88900" y="44561"/>
                </a:lnTo>
                <a:lnTo>
                  <a:pt x="0" y="44561"/>
                </a:lnTo>
                <a:close/>
              </a:path>
            </a:pathLst>
          </a:custGeom>
          <a:solidFill>
            <a:srgbClr val="CD92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Editable diagram shape"/>
          <p:cNvSpPr/>
          <p:nvPr/>
        </p:nvSpPr>
        <p:spPr>
          <a:xfrm>
            <a:off x="5031740" y="1392544"/>
            <a:ext cx="88900" cy="167105"/>
          </a:xfrm>
          <a:custGeom>
            <a:avLst/>
            <a:gdLst/>
            <a:ahLst/>
            <a:cxnLst/>
            <a:rect l="0" t="0" r="r" b="b"/>
            <a:pathLst>
              <a:path w="88900" h="167105">
                <a:moveTo>
                  <a:pt x="0" y="0"/>
                </a:moveTo>
                <a:lnTo>
                  <a:pt x="88900" y="0"/>
                </a:lnTo>
                <a:lnTo>
                  <a:pt x="88900" y="167105"/>
                </a:lnTo>
                <a:lnTo>
                  <a:pt x="0" y="167105"/>
                </a:lnTo>
                <a:close/>
              </a:path>
            </a:pathLst>
          </a:custGeom>
          <a:solidFill>
            <a:srgbClr val="6B9D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Editable diagram shape"/>
          <p:cNvSpPr/>
          <p:nvPr/>
        </p:nvSpPr>
        <p:spPr>
          <a:xfrm>
            <a:off x="5280660" y="1488351"/>
            <a:ext cx="88900" cy="71298"/>
          </a:xfrm>
          <a:custGeom>
            <a:avLst/>
            <a:gdLst/>
            <a:ahLst/>
            <a:cxnLst/>
            <a:rect l="0" t="0" r="r" b="b"/>
            <a:pathLst>
              <a:path w="88900" h="71298">
                <a:moveTo>
                  <a:pt x="0" y="0"/>
                </a:moveTo>
                <a:lnTo>
                  <a:pt x="88900" y="0"/>
                </a:lnTo>
                <a:lnTo>
                  <a:pt x="88900" y="71298"/>
                </a:lnTo>
                <a:lnTo>
                  <a:pt x="0" y="71298"/>
                </a:lnTo>
                <a:close/>
              </a:path>
            </a:pathLst>
          </a:custGeom>
          <a:solidFill>
            <a:srgbClr val="9278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Editable diagram shape"/>
          <p:cNvSpPr/>
          <p:nvPr/>
        </p:nvSpPr>
        <p:spPr>
          <a:xfrm>
            <a:off x="6347460" y="1541825"/>
            <a:ext cx="88900" cy="17824"/>
          </a:xfrm>
          <a:custGeom>
            <a:avLst/>
            <a:gdLst/>
            <a:ahLst/>
            <a:cxnLst/>
            <a:rect l="0" t="0" r="r" b="b"/>
            <a:pathLst>
              <a:path w="88900" h="17824">
                <a:moveTo>
                  <a:pt x="0" y="0"/>
                </a:moveTo>
                <a:lnTo>
                  <a:pt x="88900" y="0"/>
                </a:lnTo>
                <a:lnTo>
                  <a:pt x="88900" y="17824"/>
                </a:lnTo>
                <a:lnTo>
                  <a:pt x="0" y="17824"/>
                </a:lnTo>
                <a:close/>
              </a:path>
            </a:pathLst>
          </a:custGeom>
          <a:solidFill>
            <a:srgbClr val="629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Editable diagram shape"/>
          <p:cNvSpPr/>
          <p:nvPr/>
        </p:nvSpPr>
        <p:spPr>
          <a:xfrm>
            <a:off x="6596380" y="1347982"/>
            <a:ext cx="88900" cy="211667"/>
          </a:xfrm>
          <a:custGeom>
            <a:avLst/>
            <a:gdLst/>
            <a:ahLst/>
            <a:cxnLst/>
            <a:rect l="0" t="0" r="r" b="b"/>
            <a:pathLst>
              <a:path w="88900" h="211667">
                <a:moveTo>
                  <a:pt x="0" y="0"/>
                </a:moveTo>
                <a:lnTo>
                  <a:pt x="88900" y="0"/>
                </a:lnTo>
                <a:lnTo>
                  <a:pt x="88900" y="211667"/>
                </a:lnTo>
                <a:lnTo>
                  <a:pt x="0" y="211667"/>
                </a:lnTo>
                <a:close/>
              </a:path>
            </a:pathLst>
          </a:custGeom>
          <a:solidFill>
            <a:srgbClr val="D9BA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Editable diagram shape"/>
          <p:cNvSpPr/>
          <p:nvPr/>
        </p:nvSpPr>
        <p:spPr>
          <a:xfrm>
            <a:off x="6845300" y="1414825"/>
            <a:ext cx="88900" cy="144824"/>
          </a:xfrm>
          <a:custGeom>
            <a:avLst/>
            <a:gdLst/>
            <a:ahLst/>
            <a:cxnLst/>
            <a:rect l="0" t="0" r="r" b="b"/>
            <a:pathLst>
              <a:path w="88900" h="144824">
                <a:moveTo>
                  <a:pt x="0" y="0"/>
                </a:moveTo>
                <a:lnTo>
                  <a:pt x="88900" y="0"/>
                </a:lnTo>
                <a:lnTo>
                  <a:pt x="88900" y="144824"/>
                </a:lnTo>
                <a:lnTo>
                  <a:pt x="0" y="144824"/>
                </a:lnTo>
                <a:close/>
              </a:path>
            </a:pathLst>
          </a:custGeom>
          <a:solidFill>
            <a:srgbClr val="86A0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Editable diagram shape"/>
          <p:cNvSpPr/>
          <p:nvPr/>
        </p:nvSpPr>
        <p:spPr>
          <a:xfrm>
            <a:off x="7094220" y="1532912"/>
            <a:ext cx="88900" cy="26737"/>
          </a:xfrm>
          <a:custGeom>
            <a:avLst/>
            <a:gdLst/>
            <a:ahLst/>
            <a:cxnLst/>
            <a:rect l="0" t="0" r="r" b="b"/>
            <a:pathLst>
              <a:path w="88900" h="26737">
                <a:moveTo>
                  <a:pt x="0" y="0"/>
                </a:moveTo>
                <a:lnTo>
                  <a:pt x="88900" y="0"/>
                </a:lnTo>
                <a:lnTo>
                  <a:pt x="88900" y="26737"/>
                </a:lnTo>
                <a:lnTo>
                  <a:pt x="0" y="26737"/>
                </a:lnTo>
                <a:close/>
              </a:path>
            </a:pathLst>
          </a:custGeom>
          <a:solidFill>
            <a:srgbClr val="CD92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Editable diagram shape"/>
          <p:cNvSpPr/>
          <p:nvPr/>
        </p:nvSpPr>
        <p:spPr>
          <a:xfrm>
            <a:off x="7343140" y="1526228"/>
            <a:ext cx="88900" cy="33421"/>
          </a:xfrm>
          <a:custGeom>
            <a:avLst/>
            <a:gdLst/>
            <a:ahLst/>
            <a:cxnLst/>
            <a:rect l="0" t="0" r="r" b="b"/>
            <a:pathLst>
              <a:path w="88900" h="33421">
                <a:moveTo>
                  <a:pt x="0" y="0"/>
                </a:moveTo>
                <a:lnTo>
                  <a:pt x="88900" y="0"/>
                </a:lnTo>
                <a:lnTo>
                  <a:pt x="88900" y="33421"/>
                </a:lnTo>
                <a:lnTo>
                  <a:pt x="0" y="33421"/>
                </a:lnTo>
                <a:close/>
              </a:path>
            </a:pathLst>
          </a:custGeom>
          <a:solidFill>
            <a:srgbClr val="6B9D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Editable diagram shape"/>
          <p:cNvSpPr/>
          <p:nvPr/>
        </p:nvSpPr>
        <p:spPr>
          <a:xfrm>
            <a:off x="7592060" y="1381404"/>
            <a:ext cx="88900" cy="178245"/>
          </a:xfrm>
          <a:custGeom>
            <a:avLst/>
            <a:gdLst/>
            <a:ahLst/>
            <a:cxnLst/>
            <a:rect l="0" t="0" r="r" b="b"/>
            <a:pathLst>
              <a:path w="88900" h="178245">
                <a:moveTo>
                  <a:pt x="0" y="0"/>
                </a:moveTo>
                <a:lnTo>
                  <a:pt x="88900" y="0"/>
                </a:lnTo>
                <a:lnTo>
                  <a:pt x="88900" y="178245"/>
                </a:lnTo>
                <a:lnTo>
                  <a:pt x="0" y="178245"/>
                </a:lnTo>
                <a:close/>
              </a:path>
            </a:pathLst>
          </a:custGeom>
          <a:solidFill>
            <a:srgbClr val="9278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Editable diagram shape"/>
          <p:cNvSpPr/>
          <p:nvPr/>
        </p:nvSpPr>
        <p:spPr>
          <a:xfrm>
            <a:off x="4622800" y="3091120"/>
            <a:ext cx="284480" cy="43032"/>
          </a:xfrm>
          <a:custGeom>
            <a:avLst/>
            <a:gdLst/>
            <a:ahLst/>
            <a:cxnLst/>
            <a:rect l="0" t="0" r="r" b="b"/>
            <a:pathLst>
              <a:path w="284480" h="43032">
                <a:moveTo>
                  <a:pt x="0" y="0"/>
                </a:moveTo>
                <a:lnTo>
                  <a:pt x="284480" y="0"/>
                </a:lnTo>
                <a:lnTo>
                  <a:pt x="284480" y="43032"/>
                </a:lnTo>
                <a:lnTo>
                  <a:pt x="0" y="43032"/>
                </a:lnTo>
                <a:close/>
              </a:path>
            </a:pathLst>
          </a:custGeom>
          <a:solidFill>
            <a:srgbClr val="629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Editable diagram shape"/>
          <p:cNvSpPr/>
          <p:nvPr/>
        </p:nvSpPr>
        <p:spPr>
          <a:xfrm>
            <a:off x="5067300" y="2975172"/>
            <a:ext cx="284480" cy="158980"/>
          </a:xfrm>
          <a:custGeom>
            <a:avLst/>
            <a:gdLst/>
            <a:ahLst/>
            <a:cxnLst/>
            <a:rect l="0" t="0" r="r" b="b"/>
            <a:pathLst>
              <a:path w="284480" h="158980">
                <a:moveTo>
                  <a:pt x="0" y="0"/>
                </a:moveTo>
                <a:lnTo>
                  <a:pt x="284480" y="0"/>
                </a:lnTo>
                <a:lnTo>
                  <a:pt x="284480" y="158980"/>
                </a:lnTo>
                <a:lnTo>
                  <a:pt x="0" y="158980"/>
                </a:lnTo>
                <a:close/>
              </a:path>
            </a:pathLst>
          </a:custGeom>
          <a:solidFill>
            <a:srgbClr val="D9BA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Editable diagram shape"/>
          <p:cNvSpPr/>
          <p:nvPr/>
        </p:nvSpPr>
        <p:spPr>
          <a:xfrm>
            <a:off x="5511800" y="2881637"/>
            <a:ext cx="284480" cy="252515"/>
          </a:xfrm>
          <a:custGeom>
            <a:avLst/>
            <a:gdLst/>
            <a:ahLst/>
            <a:cxnLst/>
            <a:rect l="0" t="0" r="r" b="b"/>
            <a:pathLst>
              <a:path w="284480" h="252515">
                <a:moveTo>
                  <a:pt x="0" y="0"/>
                </a:moveTo>
                <a:lnTo>
                  <a:pt x="284480" y="0"/>
                </a:lnTo>
                <a:lnTo>
                  <a:pt x="284480" y="252515"/>
                </a:lnTo>
                <a:lnTo>
                  <a:pt x="0" y="252515"/>
                </a:lnTo>
                <a:close/>
              </a:path>
            </a:pathLst>
          </a:custGeom>
          <a:solidFill>
            <a:srgbClr val="86A0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Editable diagram shape"/>
          <p:cNvSpPr/>
          <p:nvPr/>
        </p:nvSpPr>
        <p:spPr>
          <a:xfrm>
            <a:off x="5956300" y="3119808"/>
            <a:ext cx="284480" cy="14344"/>
          </a:xfrm>
          <a:custGeom>
            <a:avLst/>
            <a:gdLst/>
            <a:ahLst/>
            <a:cxnLst/>
            <a:rect l="0" t="0" r="r" b="b"/>
            <a:pathLst>
              <a:path w="284480" h="14344">
                <a:moveTo>
                  <a:pt x="0" y="0"/>
                </a:moveTo>
                <a:lnTo>
                  <a:pt x="284480" y="0"/>
                </a:lnTo>
                <a:lnTo>
                  <a:pt x="284480" y="14344"/>
                </a:lnTo>
                <a:lnTo>
                  <a:pt x="0" y="14344"/>
                </a:lnTo>
                <a:close/>
              </a:path>
            </a:pathLst>
          </a:custGeom>
          <a:solidFill>
            <a:srgbClr val="CD92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Editable diagram shape"/>
          <p:cNvSpPr/>
          <p:nvPr/>
        </p:nvSpPr>
        <p:spPr>
          <a:xfrm>
            <a:off x="6400800" y="3066914"/>
            <a:ext cx="284480" cy="67238"/>
          </a:xfrm>
          <a:custGeom>
            <a:avLst/>
            <a:gdLst/>
            <a:ahLst/>
            <a:cxnLst/>
            <a:rect l="0" t="0" r="r" b="b"/>
            <a:pathLst>
              <a:path w="284480" h="67238">
                <a:moveTo>
                  <a:pt x="0" y="0"/>
                </a:moveTo>
                <a:lnTo>
                  <a:pt x="284480" y="0"/>
                </a:lnTo>
                <a:lnTo>
                  <a:pt x="284480" y="67238"/>
                </a:lnTo>
                <a:lnTo>
                  <a:pt x="0" y="67238"/>
                </a:lnTo>
                <a:close/>
              </a:path>
            </a:pathLst>
          </a:custGeom>
          <a:solidFill>
            <a:srgbClr val="6B9D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Editable diagram shape"/>
          <p:cNvSpPr/>
          <p:nvPr/>
        </p:nvSpPr>
        <p:spPr>
          <a:xfrm>
            <a:off x="6845300" y="2981149"/>
            <a:ext cx="284480" cy="153003"/>
          </a:xfrm>
          <a:custGeom>
            <a:avLst/>
            <a:gdLst/>
            <a:ahLst/>
            <a:cxnLst/>
            <a:rect l="0" t="0" r="r" b="b"/>
            <a:pathLst>
              <a:path w="284480" h="153003">
                <a:moveTo>
                  <a:pt x="0" y="0"/>
                </a:moveTo>
                <a:lnTo>
                  <a:pt x="284480" y="0"/>
                </a:lnTo>
                <a:lnTo>
                  <a:pt x="284480" y="153003"/>
                </a:lnTo>
                <a:lnTo>
                  <a:pt x="0" y="153003"/>
                </a:lnTo>
                <a:close/>
              </a:path>
            </a:pathLst>
          </a:custGeom>
          <a:solidFill>
            <a:srgbClr val="9278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Editable diagram shape"/>
          <p:cNvSpPr/>
          <p:nvPr/>
        </p:nvSpPr>
        <p:spPr>
          <a:xfrm>
            <a:off x="8783320" y="1143743"/>
            <a:ext cx="1475740" cy="475321"/>
          </a:xfrm>
          <a:custGeom>
            <a:avLst/>
            <a:gdLst/>
            <a:ahLst/>
            <a:cxnLst/>
            <a:rect l="0" t="0" r="r" b="b"/>
            <a:pathLst>
              <a:path w="1475740" h="475321" fill="none">
                <a:moveTo>
                  <a:pt x="0" y="0"/>
                </a:moveTo>
                <a:lnTo>
                  <a:pt x="1475740" y="0"/>
                </a:lnTo>
                <a:lnTo>
                  <a:pt x="1475740" y="475321"/>
                </a:lnTo>
                <a:lnTo>
                  <a:pt x="0" y="475321"/>
                </a:lnTo>
                <a:close/>
              </a:path>
            </a:pathLst>
          </a:custGeom>
          <a:noFill/>
          <a:ln w="16179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Editable diagram shape"/>
          <p:cNvSpPr/>
          <p:nvPr/>
        </p:nvSpPr>
        <p:spPr>
          <a:xfrm>
            <a:off x="10899140" y="1143743"/>
            <a:ext cx="1475740" cy="475321"/>
          </a:xfrm>
          <a:custGeom>
            <a:avLst/>
            <a:gdLst/>
            <a:ahLst/>
            <a:cxnLst/>
            <a:rect l="0" t="0" r="r" b="b"/>
            <a:pathLst>
              <a:path w="1475740" h="475321" fill="none">
                <a:moveTo>
                  <a:pt x="0" y="0"/>
                </a:moveTo>
                <a:lnTo>
                  <a:pt x="1475740" y="0"/>
                </a:lnTo>
                <a:lnTo>
                  <a:pt x="1475740" y="475321"/>
                </a:lnTo>
                <a:lnTo>
                  <a:pt x="0" y="475321"/>
                </a:lnTo>
                <a:close/>
              </a:path>
            </a:pathLst>
          </a:custGeom>
          <a:noFill/>
          <a:ln w="16179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Editable diagram shape"/>
          <p:cNvSpPr/>
          <p:nvPr/>
        </p:nvSpPr>
        <p:spPr>
          <a:xfrm>
            <a:off x="1209040" y="1723041"/>
            <a:ext cx="106680" cy="59415"/>
          </a:xfrm>
          <a:custGeom>
            <a:avLst/>
            <a:gdLst/>
            <a:ahLst/>
            <a:cxnLst/>
            <a:rect l="0" t="0" r="r" b="b"/>
            <a:pathLst>
              <a:path w="106680" h="59415" fill="none">
                <a:moveTo>
                  <a:pt x="0" y="59415"/>
                </a:moveTo>
                <a:cubicBezTo>
                  <a:pt x="0" y="43663"/>
                  <a:pt x="5624" y="28540"/>
                  <a:pt x="15623" y="17402"/>
                </a:cubicBezTo>
                <a:cubicBezTo>
                  <a:pt x="25622" y="6264"/>
                  <a:pt x="39199" y="0"/>
                  <a:pt x="53340" y="0"/>
                </a:cubicBezTo>
                <a:cubicBezTo>
                  <a:pt x="67481" y="0"/>
                  <a:pt x="81058" y="6264"/>
                  <a:pt x="91057" y="17402"/>
                </a:cubicBezTo>
                <a:cubicBezTo>
                  <a:pt x="101056" y="28540"/>
                  <a:pt x="106680" y="43663"/>
                  <a:pt x="106680" y="59415"/>
                </a:cubicBezTo>
              </a:path>
            </a:pathLst>
          </a:custGeom>
          <a:noFill/>
          <a:ln w="32359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Editable diagram shape"/>
          <p:cNvSpPr/>
          <p:nvPr/>
        </p:nvSpPr>
        <p:spPr>
          <a:xfrm>
            <a:off x="1191260" y="1782456"/>
            <a:ext cx="142240" cy="103977"/>
          </a:xfrm>
          <a:custGeom>
            <a:avLst/>
            <a:gdLst/>
            <a:ahLst/>
            <a:cxnLst/>
            <a:rect l="0" t="0" r="r" b="b"/>
            <a:pathLst>
              <a:path w="142240" h="103977">
                <a:moveTo>
                  <a:pt x="17780" y="0"/>
                </a:moveTo>
                <a:lnTo>
                  <a:pt x="124460" y="0"/>
                </a:lnTo>
                <a:quadBezTo>
                  <a:pt x="142240" y="0"/>
                  <a:pt x="142240" y="14854"/>
                </a:quadBezTo>
                <a:lnTo>
                  <a:pt x="142240" y="89123"/>
                </a:lnTo>
                <a:quadBezTo>
                  <a:pt x="142240" y="103977"/>
                  <a:pt x="124460" y="103977"/>
                </a:quadBezTo>
                <a:lnTo>
                  <a:pt x="17780" y="103977"/>
                </a:lnTo>
                <a:quadBezTo>
                  <a:pt x="0" y="103977"/>
                  <a:pt x="0" y="89123"/>
                </a:quadBezTo>
                <a:lnTo>
                  <a:pt x="0" y="14854"/>
                </a:lnTo>
                <a:quadBezTo>
                  <a:pt x="0" y="0"/>
                  <a:pt x="17780" y="0"/>
                </a:quadBezTo>
                <a:close/>
              </a:path>
            </a:pathLst>
          </a:custGeom>
          <a:solidFill>
            <a:srgbClr val="80858A"/>
          </a:solidFill>
          <a:ln w="19646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Editable diagram shape"/>
          <p:cNvSpPr/>
          <p:nvPr/>
        </p:nvSpPr>
        <p:spPr>
          <a:xfrm>
            <a:off x="1209040" y="2911345"/>
            <a:ext cx="106680" cy="59415"/>
          </a:xfrm>
          <a:custGeom>
            <a:avLst/>
            <a:gdLst/>
            <a:ahLst/>
            <a:cxnLst/>
            <a:rect l="0" t="0" r="r" b="b"/>
            <a:pathLst>
              <a:path w="106680" h="59415" fill="none">
                <a:moveTo>
                  <a:pt x="0" y="59415"/>
                </a:moveTo>
                <a:cubicBezTo>
                  <a:pt x="0" y="43663"/>
                  <a:pt x="5624" y="28541"/>
                  <a:pt x="15623" y="17402"/>
                </a:cubicBezTo>
                <a:cubicBezTo>
                  <a:pt x="25622" y="6264"/>
                  <a:pt x="39199" y="0"/>
                  <a:pt x="53340" y="0"/>
                </a:cubicBezTo>
                <a:cubicBezTo>
                  <a:pt x="67481" y="0"/>
                  <a:pt x="81058" y="6264"/>
                  <a:pt x="91057" y="17402"/>
                </a:cubicBezTo>
                <a:cubicBezTo>
                  <a:pt x="101056" y="28541"/>
                  <a:pt x="106680" y="43663"/>
                  <a:pt x="106680" y="59415"/>
                </a:cubicBezTo>
              </a:path>
            </a:pathLst>
          </a:custGeom>
          <a:noFill/>
          <a:ln w="32359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Editable diagram shape"/>
          <p:cNvSpPr/>
          <p:nvPr/>
        </p:nvSpPr>
        <p:spPr>
          <a:xfrm>
            <a:off x="1191260" y="2970760"/>
            <a:ext cx="142240" cy="103977"/>
          </a:xfrm>
          <a:custGeom>
            <a:avLst/>
            <a:gdLst/>
            <a:ahLst/>
            <a:cxnLst/>
            <a:rect l="0" t="0" r="r" b="b"/>
            <a:pathLst>
              <a:path w="142240" h="103977">
                <a:moveTo>
                  <a:pt x="17780" y="0"/>
                </a:moveTo>
                <a:lnTo>
                  <a:pt x="124460" y="0"/>
                </a:lnTo>
                <a:quadBezTo>
                  <a:pt x="142240" y="0"/>
                  <a:pt x="142240" y="14854"/>
                </a:quadBezTo>
                <a:lnTo>
                  <a:pt x="142240" y="89123"/>
                </a:lnTo>
                <a:quadBezTo>
                  <a:pt x="142240" y="103977"/>
                  <a:pt x="124460" y="103977"/>
                </a:quadBezTo>
                <a:lnTo>
                  <a:pt x="17780" y="103977"/>
                </a:lnTo>
                <a:quadBezTo>
                  <a:pt x="0" y="103977"/>
                  <a:pt x="0" y="89123"/>
                </a:quadBezTo>
                <a:lnTo>
                  <a:pt x="0" y="14854"/>
                </a:lnTo>
                <a:quadBezTo>
                  <a:pt x="0" y="0"/>
                  <a:pt x="17780" y="0"/>
                </a:quadBezTo>
                <a:close/>
              </a:path>
            </a:pathLst>
          </a:custGeom>
          <a:solidFill>
            <a:srgbClr val="80858A"/>
          </a:solidFill>
          <a:ln w="19646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Editable diagram shape"/>
          <p:cNvSpPr/>
          <p:nvPr/>
        </p:nvSpPr>
        <p:spPr>
          <a:xfrm>
            <a:off x="675640" y="4025380"/>
            <a:ext cx="106680" cy="59415"/>
          </a:xfrm>
          <a:custGeom>
            <a:avLst/>
            <a:gdLst/>
            <a:ahLst/>
            <a:cxnLst/>
            <a:rect l="0" t="0" r="r" b="b"/>
            <a:pathLst>
              <a:path w="106680" h="59415" fill="none">
                <a:moveTo>
                  <a:pt x="0" y="59415"/>
                </a:moveTo>
                <a:cubicBezTo>
                  <a:pt x="0" y="43663"/>
                  <a:pt x="5624" y="28541"/>
                  <a:pt x="15623" y="17402"/>
                </a:cubicBezTo>
                <a:cubicBezTo>
                  <a:pt x="25622" y="6264"/>
                  <a:pt x="39199" y="0"/>
                  <a:pt x="53340" y="0"/>
                </a:cubicBezTo>
                <a:cubicBezTo>
                  <a:pt x="67481" y="0"/>
                  <a:pt x="81058" y="6264"/>
                  <a:pt x="91057" y="17402"/>
                </a:cubicBezTo>
                <a:cubicBezTo>
                  <a:pt x="101056" y="28541"/>
                  <a:pt x="106680" y="43663"/>
                  <a:pt x="106680" y="59415"/>
                </a:cubicBezTo>
              </a:path>
            </a:pathLst>
          </a:custGeom>
          <a:noFill/>
          <a:ln w="32359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Editable diagram shape"/>
          <p:cNvSpPr/>
          <p:nvPr/>
        </p:nvSpPr>
        <p:spPr>
          <a:xfrm>
            <a:off x="657860" y="4084795"/>
            <a:ext cx="142240" cy="103977"/>
          </a:xfrm>
          <a:custGeom>
            <a:avLst/>
            <a:gdLst/>
            <a:ahLst/>
            <a:cxnLst/>
            <a:rect l="0" t="0" r="r" b="b"/>
            <a:pathLst>
              <a:path w="142240" h="103977">
                <a:moveTo>
                  <a:pt x="17780" y="0"/>
                </a:moveTo>
                <a:lnTo>
                  <a:pt x="124460" y="0"/>
                </a:lnTo>
                <a:quadBezTo>
                  <a:pt x="142240" y="0"/>
                  <a:pt x="142240" y="14854"/>
                </a:quadBezTo>
                <a:lnTo>
                  <a:pt x="142240" y="89123"/>
                </a:lnTo>
                <a:quadBezTo>
                  <a:pt x="142240" y="103977"/>
                  <a:pt x="124460" y="103977"/>
                </a:quadBezTo>
                <a:lnTo>
                  <a:pt x="17780" y="103977"/>
                </a:lnTo>
                <a:quadBezTo>
                  <a:pt x="0" y="103977"/>
                  <a:pt x="0" y="89123"/>
                </a:quadBezTo>
                <a:lnTo>
                  <a:pt x="0" y="14854"/>
                </a:lnTo>
                <a:quadBezTo>
                  <a:pt x="0" y="0"/>
                  <a:pt x="17780" y="0"/>
                </a:quadBezTo>
                <a:close/>
              </a:path>
            </a:pathLst>
          </a:custGeom>
          <a:solidFill>
            <a:srgbClr val="80858A"/>
          </a:solidFill>
          <a:ln w="19646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Editable line"/>
          <p:cNvSpPr/>
          <p:nvPr/>
        </p:nvSpPr>
        <p:spPr>
          <a:xfrm>
            <a:off x="5173980" y="3832281"/>
            <a:ext cx="160020" cy="103976"/>
          </a:xfrm>
          <a:custGeom>
            <a:avLst/>
            <a:gdLst/>
            <a:ahLst/>
            <a:cxnLst/>
            <a:rect l="0" t="0" r="r" b="b"/>
            <a:pathLst>
              <a:path w="160020" h="103976" fill="none">
                <a:moveTo>
                  <a:pt x="0" y="59415"/>
                </a:moveTo>
                <a:lnTo>
                  <a:pt x="53340" y="103976"/>
                </a:lnTo>
                <a:lnTo>
                  <a:pt x="160020" y="0"/>
                </a:lnTo>
              </a:path>
            </a:pathLst>
          </a:custGeom>
          <a:noFill/>
          <a:ln w="2773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Editable line"/>
          <p:cNvSpPr/>
          <p:nvPr/>
        </p:nvSpPr>
        <p:spPr>
          <a:xfrm>
            <a:off x="5565140" y="3832281"/>
            <a:ext cx="160020" cy="103976"/>
          </a:xfrm>
          <a:custGeom>
            <a:avLst/>
            <a:gdLst/>
            <a:ahLst/>
            <a:cxnLst/>
            <a:rect l="0" t="0" r="r" b="b"/>
            <a:pathLst>
              <a:path w="160020" h="103976" fill="none">
                <a:moveTo>
                  <a:pt x="0" y="59415"/>
                </a:moveTo>
                <a:lnTo>
                  <a:pt x="53340" y="103976"/>
                </a:lnTo>
                <a:lnTo>
                  <a:pt x="160020" y="0"/>
                </a:lnTo>
              </a:path>
            </a:pathLst>
          </a:custGeom>
          <a:noFill/>
          <a:ln w="2773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Editable line"/>
          <p:cNvSpPr/>
          <p:nvPr/>
        </p:nvSpPr>
        <p:spPr>
          <a:xfrm>
            <a:off x="6738620" y="3832281"/>
            <a:ext cx="160020" cy="103976"/>
          </a:xfrm>
          <a:custGeom>
            <a:avLst/>
            <a:gdLst/>
            <a:ahLst/>
            <a:cxnLst/>
            <a:rect l="0" t="0" r="r" b="b"/>
            <a:pathLst>
              <a:path w="160020" h="103976" fill="none">
                <a:moveTo>
                  <a:pt x="0" y="59415"/>
                </a:moveTo>
                <a:lnTo>
                  <a:pt x="53340" y="103976"/>
                </a:lnTo>
                <a:lnTo>
                  <a:pt x="160020" y="0"/>
                </a:lnTo>
              </a:path>
            </a:pathLst>
          </a:custGeom>
          <a:noFill/>
          <a:ln w="2773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Editable diagram shape"/>
          <p:cNvSpPr/>
          <p:nvPr/>
        </p:nvSpPr>
        <p:spPr>
          <a:xfrm>
            <a:off x="9174480" y="4099649"/>
            <a:ext cx="106680" cy="59415"/>
          </a:xfrm>
          <a:custGeom>
            <a:avLst/>
            <a:gdLst/>
            <a:ahLst/>
            <a:cxnLst/>
            <a:rect l="0" t="0" r="r" b="b"/>
            <a:pathLst>
              <a:path w="106680" h="59415" fill="none">
                <a:moveTo>
                  <a:pt x="0" y="59415"/>
                </a:moveTo>
                <a:cubicBezTo>
                  <a:pt x="0" y="43663"/>
                  <a:pt x="5624" y="28541"/>
                  <a:pt x="15623" y="17402"/>
                </a:cubicBezTo>
                <a:cubicBezTo>
                  <a:pt x="25622" y="6264"/>
                  <a:pt x="39199" y="0"/>
                  <a:pt x="53340" y="0"/>
                </a:cubicBezTo>
                <a:cubicBezTo>
                  <a:pt x="67481" y="0"/>
                  <a:pt x="81058" y="6264"/>
                  <a:pt x="91057" y="17402"/>
                </a:cubicBezTo>
                <a:cubicBezTo>
                  <a:pt x="101056" y="28541"/>
                  <a:pt x="106680" y="43663"/>
                  <a:pt x="106680" y="59415"/>
                </a:cubicBezTo>
              </a:path>
            </a:pathLst>
          </a:custGeom>
          <a:noFill/>
          <a:ln w="32359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Editable diagram shape"/>
          <p:cNvSpPr/>
          <p:nvPr/>
        </p:nvSpPr>
        <p:spPr>
          <a:xfrm>
            <a:off x="9156700" y="4159064"/>
            <a:ext cx="142240" cy="103977"/>
          </a:xfrm>
          <a:custGeom>
            <a:avLst/>
            <a:gdLst/>
            <a:ahLst/>
            <a:cxnLst/>
            <a:rect l="0" t="0" r="r" b="b"/>
            <a:pathLst>
              <a:path w="142240" h="103977">
                <a:moveTo>
                  <a:pt x="17780" y="0"/>
                </a:moveTo>
                <a:lnTo>
                  <a:pt x="124460" y="0"/>
                </a:lnTo>
                <a:quadBezTo>
                  <a:pt x="142240" y="0"/>
                  <a:pt x="142240" y="14854"/>
                </a:quadBezTo>
                <a:lnTo>
                  <a:pt x="142240" y="89123"/>
                </a:lnTo>
                <a:quadBezTo>
                  <a:pt x="142240" y="103977"/>
                  <a:pt x="124460" y="103977"/>
                </a:quadBezTo>
                <a:lnTo>
                  <a:pt x="17780" y="103977"/>
                </a:lnTo>
                <a:quadBezTo>
                  <a:pt x="0" y="103977"/>
                  <a:pt x="0" y="89123"/>
                </a:quadBezTo>
                <a:lnTo>
                  <a:pt x="0" y="14854"/>
                </a:lnTo>
                <a:quadBezTo>
                  <a:pt x="0" y="0"/>
                  <a:pt x="17780" y="0"/>
                </a:quadBezTo>
                <a:close/>
              </a:path>
            </a:pathLst>
          </a:custGeom>
          <a:solidFill>
            <a:srgbClr val="80858A"/>
          </a:solidFill>
          <a:ln w="19646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Editable diagram shape"/>
          <p:cNvSpPr/>
          <p:nvPr/>
        </p:nvSpPr>
        <p:spPr>
          <a:xfrm>
            <a:off x="318262" y="4753216"/>
            <a:ext cx="96012" cy="53474"/>
          </a:xfrm>
          <a:custGeom>
            <a:avLst/>
            <a:gdLst/>
            <a:ahLst/>
            <a:cxnLst/>
            <a:rect l="0" t="0" r="r" b="b"/>
            <a:pathLst>
              <a:path w="96012" h="53474" fill="none">
                <a:moveTo>
                  <a:pt x="0" y="53474"/>
                </a:moveTo>
                <a:cubicBezTo>
                  <a:pt x="0" y="39297"/>
                  <a:pt x="5061" y="25687"/>
                  <a:pt x="14061" y="15662"/>
                </a:cubicBezTo>
                <a:cubicBezTo>
                  <a:pt x="23060" y="5638"/>
                  <a:pt x="35279" y="0"/>
                  <a:pt x="48006" y="0"/>
                </a:cubicBezTo>
                <a:cubicBezTo>
                  <a:pt x="60733" y="0"/>
                  <a:pt x="72952" y="5638"/>
                  <a:pt x="81951" y="15662"/>
                </a:cubicBezTo>
                <a:cubicBezTo>
                  <a:pt x="90951" y="25687"/>
                  <a:pt x="96012" y="39297"/>
                  <a:pt x="96012" y="53474"/>
                </a:cubicBezTo>
              </a:path>
            </a:pathLst>
          </a:custGeom>
          <a:noFill/>
          <a:ln w="32359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Editable diagram shape"/>
          <p:cNvSpPr/>
          <p:nvPr/>
        </p:nvSpPr>
        <p:spPr>
          <a:xfrm>
            <a:off x="302260" y="4806690"/>
            <a:ext cx="128016" cy="93579"/>
          </a:xfrm>
          <a:custGeom>
            <a:avLst/>
            <a:gdLst/>
            <a:ahLst/>
            <a:cxnLst/>
            <a:rect l="0" t="0" r="r" b="b"/>
            <a:pathLst>
              <a:path w="128016" h="93579">
                <a:moveTo>
                  <a:pt x="17780" y="0"/>
                </a:moveTo>
                <a:lnTo>
                  <a:pt x="110236" y="0"/>
                </a:lnTo>
                <a:quadBezTo>
                  <a:pt x="128016" y="0"/>
                  <a:pt x="128016" y="14854"/>
                </a:quadBezTo>
                <a:lnTo>
                  <a:pt x="128016" y="78725"/>
                </a:lnTo>
                <a:quadBezTo>
                  <a:pt x="128016" y="93579"/>
                  <a:pt x="110236" y="93579"/>
                </a:quadBezTo>
                <a:lnTo>
                  <a:pt x="17780" y="93579"/>
                </a:lnTo>
                <a:quadBezTo>
                  <a:pt x="0" y="93579"/>
                  <a:pt x="0" y="78725"/>
                </a:quadBezTo>
                <a:lnTo>
                  <a:pt x="0" y="14854"/>
                </a:lnTo>
                <a:quadBezTo>
                  <a:pt x="0" y="0"/>
                  <a:pt x="17780" y="0"/>
                </a:quadBezTo>
                <a:close/>
              </a:path>
            </a:pathLst>
          </a:custGeom>
          <a:solidFill>
            <a:srgbClr val="80858A"/>
          </a:solidFill>
          <a:ln w="19646">
            <a:solidFill>
              <a:srgbClr val="80858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Text: Given adapted recognizer"/>
          <p:cNvSpPr txBox="1"/>
          <p:nvPr/>
        </p:nvSpPr>
        <p:spPr>
          <a:xfrm>
            <a:off x="183819" y="13181"/>
            <a:ext cx="3046120" cy="4192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4" b="1">
                <a:solidFill>
                  <a:srgbClr val="24272B"/>
                </a:solidFill>
                <a:latin typeface="Comic Sans MS"/>
              </a:rPr>
              <a:t>Given adapted recognizer</a:t>
            </a:r>
          </a:p>
        </p:txBody>
      </p:sp>
      <p:sp>
        <p:nvSpPr>
          <p:cNvPr id="229" name="Text: (a) Decision-aligned selection"/>
          <p:cNvSpPr txBox="1"/>
          <p:nvPr/>
        </p:nvSpPr>
        <p:spPr>
          <a:xfrm>
            <a:off x="4008755" y="-1221"/>
            <a:ext cx="3717290" cy="4480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24272B"/>
                </a:solidFill>
                <a:latin typeface="Comic Sans MS"/>
              </a:rPr>
              <a:t>(a) Decision-aligned selection</a:t>
            </a:r>
          </a:p>
        </p:txBody>
      </p:sp>
      <p:sp>
        <p:nvSpPr>
          <p:cNvPr id="230" name="Text: (b) Counterfactual recognition"/>
          <p:cNvSpPr txBox="1"/>
          <p:nvPr/>
        </p:nvSpPr>
        <p:spPr>
          <a:xfrm>
            <a:off x="8691601" y="3580"/>
            <a:ext cx="3703878" cy="43845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18" b="1">
                <a:solidFill>
                  <a:srgbClr val="24272B"/>
                </a:solidFill>
                <a:latin typeface="Comic Sans MS"/>
              </a:rPr>
              <a:t>(b) Counterfactual recognition</a:t>
            </a:r>
          </a:p>
        </p:txBody>
      </p:sp>
      <p:sp>
        <p:nvSpPr>
          <p:cNvPr id="231" name="Text: Speech x"/>
          <p:cNvSpPr txBox="1"/>
          <p:nvPr/>
        </p:nvSpPr>
        <p:spPr>
          <a:xfrm>
            <a:off x="865332" y="684350"/>
            <a:ext cx="114969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4272B"/>
                </a:solidFill>
                <a:latin typeface="Comic Sans MS"/>
              </a:rPr>
              <a:t>Speech </a:t>
            </a:r>
            <a:r>
              <a:rPr sz="1680" b="1">
                <a:solidFill>
                  <a:srgbClr val="24272B"/>
                </a:solidFill>
                <a:latin typeface="Comic Sans MS"/>
              </a:rPr>
              <a:t>x</a:t>
            </a:r>
          </a:p>
        </p:txBody>
      </p:sp>
      <p:sp>
        <p:nvSpPr>
          <p:cNvPr id="232" name="Editable line"/>
          <p:cNvSpPr/>
          <p:nvPr/>
        </p:nvSpPr>
        <p:spPr>
          <a:xfrm>
            <a:off x="1262380" y="1812164"/>
            <a:ext cx="1" cy="44561"/>
          </a:xfrm>
          <a:custGeom>
            <a:avLst/>
            <a:gdLst/>
            <a:ahLst/>
            <a:cxnLst/>
            <a:rect l="0" t="0" r="r" b="b"/>
            <a:pathLst>
              <a:path w="1" h="44561" fill="none">
                <a:moveTo>
                  <a:pt x="0" y="0"/>
                </a:moveTo>
                <a:lnTo>
                  <a:pt x="0" y="44561"/>
                </a:lnTo>
              </a:path>
            </a:pathLst>
          </a:custGeom>
          <a:noFill/>
          <a:ln w="184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Text: Reference"/>
          <p:cNvSpPr txBox="1"/>
          <p:nvPr/>
        </p:nvSpPr>
        <p:spPr>
          <a:xfrm>
            <a:off x="654685" y="1842947"/>
            <a:ext cx="121539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4272B"/>
                </a:solidFill>
                <a:latin typeface="Comic Sans MS"/>
              </a:rPr>
              <a:t>Reference</a:t>
            </a:r>
          </a:p>
        </p:txBody>
      </p:sp>
      <p:sp>
        <p:nvSpPr>
          <p:cNvPr id="234" name="Text: encoder"/>
          <p:cNvSpPr txBox="1"/>
          <p:nvPr/>
        </p:nvSpPr>
        <p:spPr>
          <a:xfrm>
            <a:off x="776985" y="2036046"/>
            <a:ext cx="97078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4272B"/>
                </a:solidFill>
                <a:latin typeface="Comic Sans MS"/>
              </a:rPr>
              <a:t>encoder</a:t>
            </a:r>
          </a:p>
        </p:txBody>
      </p:sp>
      <p:sp>
        <p:nvSpPr>
          <p:cNvPr id="235" name="Editable line"/>
          <p:cNvSpPr/>
          <p:nvPr/>
        </p:nvSpPr>
        <p:spPr>
          <a:xfrm>
            <a:off x="1262380" y="3000468"/>
            <a:ext cx="1" cy="44561"/>
          </a:xfrm>
          <a:custGeom>
            <a:avLst/>
            <a:gdLst/>
            <a:ahLst/>
            <a:cxnLst/>
            <a:rect l="0" t="0" r="r" b="b"/>
            <a:pathLst>
              <a:path w="1" h="44561" fill="none">
                <a:moveTo>
                  <a:pt x="0" y="0"/>
                </a:moveTo>
                <a:lnTo>
                  <a:pt x="0" y="44561"/>
                </a:lnTo>
              </a:path>
            </a:pathLst>
          </a:custGeom>
          <a:noFill/>
          <a:ln w="184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Text: Adapted"/>
          <p:cNvSpPr txBox="1"/>
          <p:nvPr/>
        </p:nvSpPr>
        <p:spPr>
          <a:xfrm>
            <a:off x="748411" y="3031251"/>
            <a:ext cx="102793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4272B"/>
                </a:solidFill>
                <a:latin typeface="Comic Sans MS"/>
              </a:rPr>
              <a:t>Adapted</a:t>
            </a:r>
          </a:p>
        </p:txBody>
      </p:sp>
      <p:sp>
        <p:nvSpPr>
          <p:cNvPr id="237" name="Text: encoder"/>
          <p:cNvSpPr txBox="1"/>
          <p:nvPr/>
        </p:nvSpPr>
        <p:spPr>
          <a:xfrm>
            <a:off x="776985" y="3224350"/>
            <a:ext cx="97078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4272B"/>
                </a:solidFill>
                <a:latin typeface="Comic Sans MS"/>
              </a:rPr>
              <a:t>encoder</a:t>
            </a:r>
          </a:p>
        </p:txBody>
      </p:sp>
      <p:sp>
        <p:nvSpPr>
          <p:cNvPr id="238" name="Text: E_r"/>
          <p:cNvSpPr txBox="1"/>
          <p:nvPr/>
        </p:nvSpPr>
        <p:spPr>
          <a:xfrm>
            <a:off x="2553307" y="1456748"/>
            <a:ext cx="40518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24272B"/>
                </a:solidFill>
                <a:latin typeface="Comic Sans MS"/>
              </a:rPr>
              <a:t>E</a:t>
            </a:r>
            <a:r>
              <a:rPr sz="1680" b="0" baseline="-22000">
                <a:solidFill>
                  <a:srgbClr val="24272B"/>
                </a:solidFill>
                <a:latin typeface="Comic Sans MS"/>
              </a:rPr>
              <a:t>r</a:t>
            </a:r>
          </a:p>
        </p:txBody>
      </p:sp>
      <p:sp>
        <p:nvSpPr>
          <p:cNvPr id="239" name="Text: E_a"/>
          <p:cNvSpPr txBox="1"/>
          <p:nvPr/>
        </p:nvSpPr>
        <p:spPr>
          <a:xfrm>
            <a:off x="2548878" y="2645052"/>
            <a:ext cx="414043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24272B"/>
                </a:solidFill>
                <a:latin typeface="Comic Sans MS"/>
              </a:rPr>
              <a:t>E</a:t>
            </a:r>
            <a:r>
              <a:rPr sz="1680" b="0" baseline="-22000">
                <a:solidFill>
                  <a:srgbClr val="24272B"/>
                </a:solidFill>
                <a:latin typeface="Comic Sans MS"/>
              </a:rPr>
              <a:t>a</a:t>
            </a:r>
          </a:p>
        </p:txBody>
      </p:sp>
      <p:sp>
        <p:nvSpPr>
          <p:cNvPr id="240" name="Text: Representation shift"/>
          <p:cNvSpPr txBox="1"/>
          <p:nvPr/>
        </p:nvSpPr>
        <p:spPr>
          <a:xfrm>
            <a:off x="3622929" y="662644"/>
            <a:ext cx="2177542" cy="3680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0" b="1">
                <a:solidFill>
                  <a:srgbClr val="24272B"/>
                </a:solidFill>
                <a:latin typeface="Comic Sans MS"/>
              </a:rPr>
              <a:t>Representation shift</a:t>
            </a:r>
          </a:p>
        </p:txBody>
      </p:sp>
      <p:sp>
        <p:nvSpPr>
          <p:cNvPr id="241" name="Text: \Delta=E_a-E_r"/>
          <p:cNvSpPr txBox="1"/>
          <p:nvPr/>
        </p:nvSpPr>
        <p:spPr>
          <a:xfrm>
            <a:off x="4146079" y="907157"/>
            <a:ext cx="1131241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24272B"/>
                </a:solidFill>
                <a:latin typeface="Comic Sans MS"/>
              </a:rPr>
              <a:t>Δ=E</a:t>
            </a:r>
            <a:r>
              <a:rPr sz="1680" b="0" baseline="-22000">
                <a:solidFill>
                  <a:srgbClr val="24272B"/>
                </a:solidFill>
                <a:latin typeface="Comic Sans MS"/>
              </a:rPr>
              <a:t>a</a:t>
            </a:r>
            <a:r>
              <a:rPr sz="1680" b="0">
                <a:solidFill>
                  <a:srgbClr val="24272B"/>
                </a:solidFill>
                <a:latin typeface="Comic Sans MS"/>
              </a:rPr>
              <a:t>-E</a:t>
            </a:r>
            <a:r>
              <a:rPr sz="1680" b="0" baseline="-22000">
                <a:solidFill>
                  <a:srgbClr val="24272B"/>
                </a:solidFill>
                <a:latin typeface="Comic Sans MS"/>
              </a:rPr>
              <a:t>r</a:t>
            </a:r>
          </a:p>
        </p:txBody>
      </p:sp>
      <p:sp>
        <p:nvSpPr>
          <p:cNvPr id="242" name="Text: CTC sensitivity"/>
          <p:cNvSpPr txBox="1"/>
          <p:nvPr/>
        </p:nvSpPr>
        <p:spPr>
          <a:xfrm>
            <a:off x="6205220" y="662644"/>
            <a:ext cx="1635760" cy="3680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0" b="1">
                <a:solidFill>
                  <a:srgbClr val="24272B"/>
                </a:solidFill>
                <a:latin typeface="Comic Sans MS"/>
              </a:rPr>
              <a:t>CTC sensitivity</a:t>
            </a:r>
          </a:p>
        </p:txBody>
      </p:sp>
      <p:sp>
        <p:nvSpPr>
          <p:cNvPr id="243" name="Text: G=\partial\ell/\partial E_a"/>
          <p:cNvSpPr txBox="1"/>
          <p:nvPr/>
        </p:nvSpPr>
        <p:spPr>
          <a:xfrm>
            <a:off x="6465823" y="915158"/>
            <a:ext cx="1114552" cy="3680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24272B"/>
                </a:solidFill>
                <a:latin typeface="Comic Sans MS"/>
              </a:rPr>
              <a:t>G=</a:t>
            </a:r>
            <a:r>
              <a:rPr sz="1610" b="0">
                <a:solidFill>
                  <a:srgbClr val="24272B"/>
                </a:solidFill>
                <a:latin typeface="DejaVu Sans"/>
              </a:rPr>
              <a:t>∂</a:t>
            </a:r>
            <a:r>
              <a:rPr sz="1610" b="0">
                <a:solidFill>
                  <a:srgbClr val="24272B"/>
                </a:solidFill>
                <a:latin typeface="DejaVu Sans"/>
              </a:rPr>
              <a:t>ℓ</a:t>
            </a:r>
            <a:r>
              <a:rPr sz="1610" b="0">
                <a:solidFill>
                  <a:srgbClr val="24272B"/>
                </a:solidFill>
                <a:latin typeface="Comic Sans MS"/>
              </a:rPr>
              <a:t>/</a:t>
            </a:r>
            <a:r>
              <a:rPr sz="1610" b="0">
                <a:solidFill>
                  <a:srgbClr val="24272B"/>
                </a:solidFill>
                <a:latin typeface="DejaVu Sans"/>
              </a:rPr>
              <a:t>∂</a:t>
            </a:r>
            <a:r>
              <a:rPr sz="1610" b="0">
                <a:solidFill>
                  <a:srgbClr val="24272B"/>
                </a:solidFill>
                <a:latin typeface="Comic Sans MS"/>
              </a:rPr>
              <a:t> E</a:t>
            </a:r>
            <a:r>
              <a:rPr sz="1610" b="0" baseline="-22000">
                <a:solidFill>
                  <a:srgbClr val="24272B"/>
                </a:solidFill>
                <a:latin typeface="Comic Sans MS"/>
              </a:rPr>
              <a:t>a</a:t>
            </a:r>
          </a:p>
        </p:txBody>
      </p:sp>
      <p:sp>
        <p:nvSpPr>
          <p:cNvPr id="244" name="Editable line"/>
          <p:cNvSpPr/>
          <p:nvPr/>
        </p:nvSpPr>
        <p:spPr>
          <a:xfrm>
            <a:off x="728980" y="4114503"/>
            <a:ext cx="1" cy="44561"/>
          </a:xfrm>
          <a:custGeom>
            <a:avLst/>
            <a:gdLst/>
            <a:ahLst/>
            <a:cxnLst/>
            <a:rect l="0" t="0" r="r" b="b"/>
            <a:pathLst>
              <a:path w="1" h="44561" fill="none">
                <a:moveTo>
                  <a:pt x="0" y="0"/>
                </a:moveTo>
                <a:lnTo>
                  <a:pt x="0" y="44561"/>
                </a:lnTo>
              </a:path>
            </a:pathLst>
          </a:custGeom>
          <a:noFill/>
          <a:ln w="184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Text: CTC head"/>
          <p:cNvSpPr txBox="1"/>
          <p:nvPr/>
        </p:nvSpPr>
        <p:spPr>
          <a:xfrm>
            <a:off x="867410" y="3826503"/>
            <a:ext cx="1109980" cy="3680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0" b="1">
                <a:solidFill>
                  <a:srgbClr val="24272B"/>
                </a:solidFill>
                <a:latin typeface="Comic Sans MS"/>
              </a:rPr>
              <a:t>CTC head</a:t>
            </a:r>
          </a:p>
        </p:txBody>
      </p:sp>
      <p:sp>
        <p:nvSpPr>
          <p:cNvPr id="246" name="Text: g_a (frozen)"/>
          <p:cNvSpPr txBox="1"/>
          <p:nvPr/>
        </p:nvSpPr>
        <p:spPr>
          <a:xfrm>
            <a:off x="835638" y="4072165"/>
            <a:ext cx="1173522" cy="3520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24272B"/>
                </a:solidFill>
                <a:latin typeface="Comic Sans MS"/>
              </a:rPr>
              <a:t>g</a:t>
            </a:r>
            <a:r>
              <a:rPr sz="1540" b="0" baseline="-22000">
                <a:solidFill>
                  <a:srgbClr val="24272B"/>
                </a:solidFill>
                <a:latin typeface="Comic Sans MS"/>
              </a:rPr>
              <a:t>a</a:t>
            </a:r>
            <a:r>
              <a:rPr sz="1540" b="0">
                <a:solidFill>
                  <a:srgbClr val="24272B"/>
                </a:solidFill>
                <a:latin typeface="Comic Sans MS"/>
              </a:rPr>
              <a:t> (frozen)</a:t>
            </a:r>
          </a:p>
        </p:txBody>
      </p:sp>
      <p:sp>
        <p:nvSpPr>
          <p:cNvPr id="247" name="Text: CTC"/>
          <p:cNvSpPr txBox="1"/>
          <p:nvPr/>
        </p:nvSpPr>
        <p:spPr>
          <a:xfrm>
            <a:off x="2529713" y="3871065"/>
            <a:ext cx="559054" cy="3680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0" b="1">
                <a:solidFill>
                  <a:srgbClr val="24272B"/>
                </a:solidFill>
                <a:latin typeface="Comic Sans MS"/>
              </a:rPr>
              <a:t>CTC</a:t>
            </a:r>
          </a:p>
        </p:txBody>
      </p:sp>
      <p:sp>
        <p:nvSpPr>
          <p:cNvPr id="248" name="Text: loss"/>
          <p:cNvSpPr txBox="1"/>
          <p:nvPr/>
        </p:nvSpPr>
        <p:spPr>
          <a:xfrm>
            <a:off x="2548001" y="4064164"/>
            <a:ext cx="522478" cy="3680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0" b="1">
                <a:solidFill>
                  <a:srgbClr val="24272B"/>
                </a:solidFill>
                <a:latin typeface="Comic Sans MS"/>
              </a:rPr>
              <a:t>loss</a:t>
            </a:r>
          </a:p>
        </p:txBody>
      </p:sp>
      <p:sp>
        <p:nvSpPr>
          <p:cNvPr id="249" name="Text: y"/>
          <p:cNvSpPr txBox="1"/>
          <p:nvPr/>
        </p:nvSpPr>
        <p:spPr>
          <a:xfrm>
            <a:off x="2616327" y="3506572"/>
            <a:ext cx="314706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24272B"/>
                </a:solidFill>
                <a:latin typeface="Comic Sans MS"/>
              </a:rPr>
              <a:t>y</a:t>
            </a:r>
          </a:p>
        </p:txBody>
      </p:sp>
      <p:sp>
        <p:nvSpPr>
          <p:cNvPr id="250" name="Text: ×"/>
          <p:cNvSpPr txBox="1"/>
          <p:nvPr/>
        </p:nvSpPr>
        <p:spPr>
          <a:xfrm>
            <a:off x="5617210" y="1816611"/>
            <a:ext cx="500380" cy="7040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80" b="0">
                <a:solidFill>
                  <a:srgbClr val="796396"/>
                </a:solidFill>
                <a:latin typeface="Comic Sans MS"/>
              </a:rPr>
              <a:t>×</a:t>
            </a:r>
          </a:p>
        </p:txBody>
      </p:sp>
      <p:sp>
        <p:nvSpPr>
          <p:cNvPr id="251" name="Text: |\Delta\odot G|"/>
          <p:cNvSpPr txBox="1"/>
          <p:nvPr/>
        </p:nvSpPr>
        <p:spPr>
          <a:xfrm>
            <a:off x="5347734" y="2360533"/>
            <a:ext cx="1039330" cy="4480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796396"/>
                </a:solidFill>
                <a:latin typeface="Comic Sans MS"/>
              </a:rPr>
              <a:t>|Δ</a:t>
            </a:r>
            <a:r>
              <a:rPr sz="1960" b="0">
                <a:solidFill>
                  <a:srgbClr val="796396"/>
                </a:solidFill>
                <a:latin typeface="DejaVu Sans"/>
              </a:rPr>
              <a:t>⊙</a:t>
            </a:r>
            <a:r>
              <a:rPr sz="1960" b="0">
                <a:solidFill>
                  <a:srgbClr val="796396"/>
                </a:solidFill>
                <a:latin typeface="Comic Sans MS"/>
              </a:rPr>
              <a:t> G|</a:t>
            </a:r>
          </a:p>
        </p:txBody>
      </p:sp>
      <p:sp>
        <p:nvSpPr>
          <p:cNvPr id="252" name="Text: Mean over calibration frames"/>
          <p:cNvSpPr txBox="1"/>
          <p:nvPr/>
        </p:nvSpPr>
        <p:spPr>
          <a:xfrm>
            <a:off x="4393438" y="3247205"/>
            <a:ext cx="2947924" cy="3680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24272B"/>
                </a:solidFill>
                <a:latin typeface="Comic Sans MS"/>
              </a:rPr>
              <a:t>Mean over calibration frames</a:t>
            </a:r>
          </a:p>
        </p:txBody>
      </p:sp>
      <p:sp>
        <p:nvSpPr>
          <p:cNvPr id="253" name="Text: Global top-K mask"/>
          <p:cNvSpPr txBox="1"/>
          <p:nvPr/>
        </p:nvSpPr>
        <p:spPr>
          <a:xfrm>
            <a:off x="4748530" y="4040161"/>
            <a:ext cx="2237740" cy="416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24272B"/>
                </a:solidFill>
                <a:latin typeface="Comic Sans MS"/>
              </a:rPr>
              <a:t>Global top-K mask</a:t>
            </a:r>
          </a:p>
        </p:txBody>
      </p:sp>
      <p:sp>
        <p:nvSpPr>
          <p:cNvPr id="254" name="Text: Adapted E_a"/>
          <p:cNvSpPr txBox="1"/>
          <p:nvPr/>
        </p:nvSpPr>
        <p:spPr>
          <a:xfrm>
            <a:off x="8848917" y="669496"/>
            <a:ext cx="1362325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4272B"/>
                </a:solidFill>
                <a:latin typeface="Comic Sans MS"/>
              </a:rPr>
              <a:t>Adapted </a:t>
            </a:r>
            <a:r>
              <a:rPr sz="1680" b="1">
                <a:solidFill>
                  <a:srgbClr val="24272B"/>
                </a:solidFill>
                <a:latin typeface="Comic Sans MS"/>
              </a:rPr>
              <a:t>E</a:t>
            </a:r>
            <a:r>
              <a:rPr sz="1680" b="1" baseline="-22000">
                <a:solidFill>
                  <a:srgbClr val="24272B"/>
                </a:solidFill>
                <a:latin typeface="Comic Sans MS"/>
              </a:rPr>
              <a:t>a</a:t>
            </a:r>
          </a:p>
        </p:txBody>
      </p:sp>
      <p:sp>
        <p:nvSpPr>
          <p:cNvPr id="255" name="Text: Reference E_r"/>
          <p:cNvSpPr txBox="1"/>
          <p:nvPr/>
        </p:nvSpPr>
        <p:spPr>
          <a:xfrm>
            <a:off x="10858322" y="669496"/>
            <a:ext cx="1539594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24272B"/>
                </a:solidFill>
                <a:latin typeface="Comic Sans MS"/>
              </a:rPr>
              <a:t>Reference </a:t>
            </a:r>
            <a:r>
              <a:rPr sz="1680" b="1">
                <a:solidFill>
                  <a:srgbClr val="24272B"/>
                </a:solidFill>
                <a:latin typeface="Comic Sans MS"/>
              </a:rPr>
              <a:t>E</a:t>
            </a:r>
            <a:r>
              <a:rPr sz="1680" b="1" baseline="-22000">
                <a:solidFill>
                  <a:srgbClr val="24272B"/>
                </a:solidFill>
                <a:latin typeface="Comic Sans MS"/>
              </a:rPr>
              <a:t>r</a:t>
            </a:r>
          </a:p>
        </p:txBody>
      </p:sp>
      <p:sp>
        <p:nvSpPr>
          <p:cNvPr id="256" name="Text: Keep"/>
          <p:cNvSpPr txBox="1"/>
          <p:nvPr/>
        </p:nvSpPr>
        <p:spPr>
          <a:xfrm>
            <a:off x="8742426" y="1798385"/>
            <a:ext cx="6507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4B928A"/>
                </a:solidFill>
                <a:latin typeface="Comic Sans MS"/>
              </a:rPr>
              <a:t>Keep</a:t>
            </a:r>
          </a:p>
        </p:txBody>
      </p:sp>
      <p:sp>
        <p:nvSpPr>
          <p:cNvPr id="257" name="Text: Revert"/>
          <p:cNvSpPr txBox="1"/>
          <p:nvPr/>
        </p:nvSpPr>
        <p:spPr>
          <a:xfrm>
            <a:off x="11701145" y="1798385"/>
            <a:ext cx="84963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80858A"/>
                </a:solidFill>
                <a:latin typeface="Comic Sans MS"/>
              </a:rPr>
              <a:t>Revert</a:t>
            </a:r>
          </a:p>
        </p:txBody>
      </p:sp>
      <p:sp>
        <p:nvSpPr>
          <p:cNvPr id="258" name="Text: 1"/>
          <p:cNvSpPr txBox="1"/>
          <p:nvPr/>
        </p:nvSpPr>
        <p:spPr>
          <a:xfrm>
            <a:off x="9267825" y="2513664"/>
            <a:ext cx="222250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6B70"/>
                </a:solidFill>
                <a:latin typeface="Comic Sans MS"/>
              </a:rPr>
              <a:t>1</a:t>
            </a:r>
          </a:p>
        </p:txBody>
      </p:sp>
      <p:sp>
        <p:nvSpPr>
          <p:cNvPr id="259" name="Text: 2"/>
          <p:cNvSpPr txBox="1"/>
          <p:nvPr/>
        </p:nvSpPr>
        <p:spPr>
          <a:xfrm>
            <a:off x="9751949" y="2513664"/>
            <a:ext cx="249682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mic Sans MS"/>
              </a:rPr>
              <a:t>2</a:t>
            </a:r>
          </a:p>
        </p:txBody>
      </p:sp>
      <p:sp>
        <p:nvSpPr>
          <p:cNvPr id="260" name="Text: 3"/>
          <p:cNvSpPr txBox="1"/>
          <p:nvPr/>
        </p:nvSpPr>
        <p:spPr>
          <a:xfrm>
            <a:off x="10249789" y="2513664"/>
            <a:ext cx="249682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mic Sans MS"/>
              </a:rPr>
              <a:t>3</a:t>
            </a:r>
          </a:p>
        </p:txBody>
      </p:sp>
      <p:sp>
        <p:nvSpPr>
          <p:cNvPr id="261" name="Text: 4"/>
          <p:cNvSpPr txBox="1"/>
          <p:nvPr/>
        </p:nvSpPr>
        <p:spPr>
          <a:xfrm>
            <a:off x="10747629" y="2513664"/>
            <a:ext cx="249682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6B70"/>
                </a:solidFill>
                <a:latin typeface="Comic Sans MS"/>
              </a:rPr>
              <a:t>4</a:t>
            </a:r>
          </a:p>
        </p:txBody>
      </p:sp>
      <p:sp>
        <p:nvSpPr>
          <p:cNvPr id="262" name="Text: 5"/>
          <p:cNvSpPr txBox="1"/>
          <p:nvPr/>
        </p:nvSpPr>
        <p:spPr>
          <a:xfrm>
            <a:off x="11245469" y="2513664"/>
            <a:ext cx="249682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56B70"/>
                </a:solidFill>
                <a:latin typeface="Comic Sans MS"/>
              </a:rPr>
              <a:t>5</a:t>
            </a:r>
          </a:p>
        </p:txBody>
      </p:sp>
      <p:sp>
        <p:nvSpPr>
          <p:cNvPr id="263" name="Text: 6"/>
          <p:cNvSpPr txBox="1"/>
          <p:nvPr/>
        </p:nvSpPr>
        <p:spPr>
          <a:xfrm>
            <a:off x="11743309" y="2513664"/>
            <a:ext cx="249682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mic Sans MS"/>
              </a:rPr>
              <a:t>6</a:t>
            </a:r>
          </a:p>
        </p:txBody>
      </p:sp>
      <p:sp>
        <p:nvSpPr>
          <p:cNvPr id="264" name="Text: m"/>
          <p:cNvSpPr txBox="1"/>
          <p:nvPr/>
        </p:nvSpPr>
        <p:spPr>
          <a:xfrm>
            <a:off x="8036099" y="2302266"/>
            <a:ext cx="392080" cy="416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4B928A"/>
                </a:solidFill>
                <a:latin typeface="Comic Sans MS"/>
              </a:rPr>
              <a:t>m</a:t>
            </a:r>
          </a:p>
        </p:txBody>
      </p:sp>
      <p:sp>
        <p:nvSpPr>
          <p:cNvPr id="265" name="Text: Counterfactual features"/>
          <p:cNvSpPr txBox="1"/>
          <p:nvPr/>
        </p:nvSpPr>
        <p:spPr>
          <a:xfrm>
            <a:off x="9279509" y="3023250"/>
            <a:ext cx="2776982" cy="400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24272B"/>
                </a:solidFill>
                <a:latin typeface="Comic Sans MS"/>
              </a:rPr>
              <a:t>Counterfactual features</a:t>
            </a:r>
          </a:p>
        </p:txBody>
      </p:sp>
      <p:sp>
        <p:nvSpPr>
          <p:cNvPr id="266" name="Text: \widetilde E_m=E_r+m\odot\Delta"/>
          <p:cNvSpPr txBox="1"/>
          <p:nvPr/>
        </p:nvSpPr>
        <p:spPr>
          <a:xfrm>
            <a:off x="9814001" y="3312325"/>
            <a:ext cx="1707997" cy="416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24272B"/>
                </a:solidFill>
                <a:latin typeface="Comic Sans MS"/>
              </a:rPr>
              <a:t>Ẽ</a:t>
            </a:r>
            <a:r>
              <a:rPr sz="1820" b="0" baseline="-22000">
                <a:solidFill>
                  <a:srgbClr val="24272B"/>
                </a:solidFill>
                <a:latin typeface="Comic Sans MS"/>
              </a:rPr>
              <a:t>m</a:t>
            </a:r>
            <a:r>
              <a:rPr sz="1820" b="0">
                <a:solidFill>
                  <a:srgbClr val="24272B"/>
                </a:solidFill>
                <a:latin typeface="Comic Sans MS"/>
              </a:rPr>
              <a:t>=E</a:t>
            </a:r>
            <a:r>
              <a:rPr sz="1820" b="0" baseline="-22000">
                <a:solidFill>
                  <a:srgbClr val="24272B"/>
                </a:solidFill>
                <a:latin typeface="Comic Sans MS"/>
              </a:rPr>
              <a:t>r</a:t>
            </a:r>
            <a:r>
              <a:rPr sz="1820" b="0">
                <a:solidFill>
                  <a:srgbClr val="24272B"/>
                </a:solidFill>
                <a:latin typeface="Comic Sans MS"/>
              </a:rPr>
              <a:t>+m</a:t>
            </a:r>
            <a:r>
              <a:rPr sz="1820" b="0">
                <a:solidFill>
                  <a:srgbClr val="24272B"/>
                </a:solidFill>
                <a:latin typeface="DejaVu Sans"/>
              </a:rPr>
              <a:t>⊙</a:t>
            </a:r>
            <a:r>
              <a:rPr sz="1820" b="0">
                <a:solidFill>
                  <a:srgbClr val="24272B"/>
                </a:solidFill>
                <a:latin typeface="Comic Sans MS"/>
              </a:rPr>
              <a:t>Δ</a:t>
            </a:r>
          </a:p>
        </p:txBody>
      </p:sp>
      <p:sp>
        <p:nvSpPr>
          <p:cNvPr id="267" name="Editable line"/>
          <p:cNvSpPr/>
          <p:nvPr/>
        </p:nvSpPr>
        <p:spPr>
          <a:xfrm>
            <a:off x="9227820" y="4188772"/>
            <a:ext cx="1" cy="44561"/>
          </a:xfrm>
          <a:custGeom>
            <a:avLst/>
            <a:gdLst/>
            <a:ahLst/>
            <a:cxnLst/>
            <a:rect l="0" t="0" r="r" b="b"/>
            <a:pathLst>
              <a:path w="1" h="44561" fill="none">
                <a:moveTo>
                  <a:pt x="0" y="0"/>
                </a:moveTo>
                <a:lnTo>
                  <a:pt x="0" y="44561"/>
                </a:lnTo>
              </a:path>
            </a:pathLst>
          </a:custGeom>
          <a:noFill/>
          <a:ln w="184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Text: Same CTC head"/>
          <p:cNvSpPr txBox="1"/>
          <p:nvPr/>
        </p:nvSpPr>
        <p:spPr>
          <a:xfrm>
            <a:off x="9163177" y="3887067"/>
            <a:ext cx="1587246" cy="33604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24272B"/>
                </a:solidFill>
                <a:latin typeface="Comic Sans MS"/>
              </a:rPr>
              <a:t>Same CTC head</a:t>
            </a:r>
          </a:p>
        </p:txBody>
      </p:sp>
      <p:sp>
        <p:nvSpPr>
          <p:cNvPr id="269" name="Text: g_a (frozen)"/>
          <p:cNvSpPr txBox="1"/>
          <p:nvPr/>
        </p:nvSpPr>
        <p:spPr>
          <a:xfrm>
            <a:off x="9370038" y="4101873"/>
            <a:ext cx="1173522" cy="3520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0">
                <a:solidFill>
                  <a:srgbClr val="24272B"/>
                </a:solidFill>
                <a:latin typeface="Comic Sans MS"/>
              </a:rPr>
              <a:t>g</a:t>
            </a:r>
            <a:r>
              <a:rPr sz="1540" b="0" baseline="-22000">
                <a:solidFill>
                  <a:srgbClr val="24272B"/>
                </a:solidFill>
                <a:latin typeface="Comic Sans MS"/>
              </a:rPr>
              <a:t>a</a:t>
            </a:r>
            <a:r>
              <a:rPr sz="1540" b="0">
                <a:solidFill>
                  <a:srgbClr val="24272B"/>
                </a:solidFill>
                <a:latin typeface="Comic Sans MS"/>
              </a:rPr>
              <a:t> (frozen)</a:t>
            </a:r>
          </a:p>
        </p:txBody>
      </p:sp>
      <p:sp>
        <p:nvSpPr>
          <p:cNvPr id="270" name="Text: Decode \hat y"/>
          <p:cNvSpPr txBox="1"/>
          <p:nvPr/>
        </p:nvSpPr>
        <p:spPr>
          <a:xfrm>
            <a:off x="11416582" y="3603696"/>
            <a:ext cx="1063154" cy="3680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24272B"/>
                </a:solidFill>
                <a:latin typeface="Comic Sans MS"/>
              </a:rPr>
              <a:t>Decode </a:t>
            </a:r>
            <a:r>
              <a:rPr sz="1610" b="0">
                <a:solidFill>
                  <a:srgbClr val="24272B"/>
                </a:solidFill>
                <a:latin typeface="Comic Sans MS"/>
              </a:rPr>
              <a:t>ŷ</a:t>
            </a:r>
          </a:p>
        </p:txBody>
      </p:sp>
      <p:sp>
        <p:nvSpPr>
          <p:cNvPr id="271" name="Editable line"/>
          <p:cNvSpPr/>
          <p:nvPr/>
        </p:nvSpPr>
        <p:spPr>
          <a:xfrm>
            <a:off x="366268" y="4833427"/>
            <a:ext cx="1" cy="40105"/>
          </a:xfrm>
          <a:custGeom>
            <a:avLst/>
            <a:gdLst/>
            <a:ahLst/>
            <a:cxnLst/>
            <a:rect l="0" t="0" r="r" b="b"/>
            <a:pathLst>
              <a:path w="1" h="40105" fill="none">
                <a:moveTo>
                  <a:pt x="0" y="0"/>
                </a:moveTo>
                <a:lnTo>
                  <a:pt x="0" y="40105"/>
                </a:lnTo>
              </a:path>
            </a:pathLst>
          </a:custGeom>
          <a:noFill/>
          <a:ln w="18491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Text: Frozen network"/>
          <p:cNvSpPr txBox="1"/>
          <p:nvPr/>
        </p:nvSpPr>
        <p:spPr>
          <a:xfrm>
            <a:off x="604520" y="4677971"/>
            <a:ext cx="1617776" cy="3584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8" b="0">
                <a:solidFill>
                  <a:srgbClr val="24272B"/>
                </a:solidFill>
                <a:latin typeface="Comic Sans MS"/>
              </a:rPr>
              <a:t>Frozen network</a:t>
            </a:r>
          </a:p>
        </p:txBody>
      </p:sp>
      <p:sp>
        <p:nvSpPr>
          <p:cNvPr id="273" name="Text: Keep adapted"/>
          <p:cNvSpPr txBox="1"/>
          <p:nvPr/>
        </p:nvSpPr>
        <p:spPr>
          <a:xfrm>
            <a:off x="3004820" y="4677971"/>
            <a:ext cx="1412036" cy="3584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8" b="0">
                <a:solidFill>
                  <a:srgbClr val="24272B"/>
                </a:solidFill>
                <a:latin typeface="Comic Sans MS"/>
              </a:rPr>
              <a:t>Keep adapted</a:t>
            </a:r>
          </a:p>
        </p:txBody>
      </p:sp>
      <p:sp>
        <p:nvSpPr>
          <p:cNvPr id="274" name="Text: Restore reference"/>
          <p:cNvSpPr txBox="1"/>
          <p:nvPr/>
        </p:nvSpPr>
        <p:spPr>
          <a:xfrm>
            <a:off x="5227320" y="4677971"/>
            <a:ext cx="1889810" cy="3584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8" b="0">
                <a:solidFill>
                  <a:srgbClr val="24272B"/>
                </a:solidFill>
                <a:latin typeface="Comic Sans MS"/>
              </a:rPr>
              <a:t>Restore reference</a:t>
            </a:r>
          </a:p>
        </p:txBody>
      </p:sp>
      <p:sp>
        <p:nvSpPr>
          <p:cNvPr id="275" name="Text: Calibration only"/>
          <p:cNvSpPr txBox="1"/>
          <p:nvPr/>
        </p:nvSpPr>
        <p:spPr>
          <a:xfrm>
            <a:off x="8107680" y="4677971"/>
            <a:ext cx="1588058" cy="3584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8" b="0">
                <a:solidFill>
                  <a:srgbClr val="24272B"/>
                </a:solidFill>
                <a:latin typeface="Comic Sans MS"/>
              </a:rPr>
              <a:t>Calibration only</a:t>
            </a:r>
          </a:p>
        </p:txBody>
      </p:sp>
      <p:sp>
        <p:nvSpPr>
          <p:cNvPr id="276" name="Text: No retraining"/>
          <p:cNvSpPr txBox="1"/>
          <p:nvPr/>
        </p:nvSpPr>
        <p:spPr>
          <a:xfrm>
            <a:off x="10677246" y="4669970"/>
            <a:ext cx="1510588" cy="37444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8" b="1">
                <a:solidFill>
                  <a:srgbClr val="24272B"/>
                </a:solidFill>
                <a:latin typeface="Comic Sans MS"/>
              </a:rPr>
              <a:t>No retraining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DADS overview — editable Comic Sans version</dc:title>
  <dc:subject>Decision-aligned selection and frozen-head counterfactual recognition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